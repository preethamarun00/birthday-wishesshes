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custom-properties+xml" PartName="/docProps/custom.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ustom.xml" Type="http://schemas.openxmlformats.org/officeDocument/2006/relationships/custom-properties"/><Relationship Id="rId2" Target="docProps/core.xml" Type="http://schemas.openxmlformats.org/package/2006/relationships/metadata/core-properties"/><Relationship Id="rId1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3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4300200" cy="6857142"/>
  <p:notesSz cx="14300200" cy="86804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b="0" g="0" r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d="100" n="78"/>
          <a:sy d="100" n="78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8028800" cy="78028800"/>
</p:viewPr>
</file>

<file path=ppt/_rels/presentation.xml.rels><?xml version="1.0" encoding="UTF-8" standalone="yes"?><Relationships xmlns="http://schemas.openxmlformats.org/package/2006/relationships"><Relationship Id="rId13" Target="slides/slide8.xml" Type="http://schemas.openxmlformats.org/officeDocument/2006/relationships/slide"/><Relationship Id="rId12" Target="slides/slide7.xml" Type="http://schemas.openxmlformats.org/officeDocument/2006/relationships/slide"/><Relationship Id="rId11" Target="slides/slide6.xml" Type="http://schemas.openxmlformats.org/officeDocument/2006/relationships/slide"/><Relationship Id="rId9" Target="slides/slide4.xml" Type="http://schemas.openxmlformats.org/officeDocument/2006/relationships/slide"/><Relationship Id="rId10" Target="slides/slide5.xml" Type="http://schemas.openxmlformats.org/officeDocument/2006/relationships/slide"/><Relationship Id="rId8" Target="slides/slide3.xml" Type="http://schemas.openxmlformats.org/officeDocument/2006/relationships/slide"/><Relationship Id="rId7" Target="slides/slide2.xml" Type="http://schemas.openxmlformats.org/officeDocument/2006/relationships/slide"/><Relationship Id="rId6" Target="slides/slide1.xml" Type="http://schemas.openxmlformats.org/officeDocument/2006/relationships/slide"/><Relationship Id="rId5" Target="slideMasters/slideMaster1.xml" Type="http://schemas.openxmlformats.org/officeDocument/2006/relationships/slideMaster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>
              <a:defRPr b="1" i="0" sz="2250">
                <a:solidFill>
                  <a:srgbClr val="0078D4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4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>
              <a:defRPr b="0" i="0" sz="1800">
                <a:solidFill>
                  <a:srgbClr val="0078D4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5" sz="quarter" type="ftr"/>
          </p:nvPr>
        </p:nvSpPr>
        <p:spPr/>
        <p:txBody>
          <a:bodyPr bIns="0" lIns="0" numCol="1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idx="6" sz="half" type="dt"/>
          </p:nvPr>
        </p:nvSpPr>
        <p:spPr/>
        <p:txBody>
          <a:bodyPr bIns="0" lIns="0" numCol="1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idx="7" sz="quarter" type="sldNum"/>
          </p:nvPr>
        </p:nvSpPr>
        <p:spPr/>
        <p:txBody>
          <a:bodyPr bIns="0" lIns="0" numCol="1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bIns="0" lIns="0" numCol="1" rIns="0" tIns="0"/>
          <a:lstStyle>
            <a:lvl1pPr>
              <a:defRPr b="1" i="0" sz="2250">
                <a:solidFill>
                  <a:srgbClr val="0078D4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1" type="body"/>
          </p:nvPr>
        </p:nvSpPr>
        <p:spPr/>
        <p:txBody>
          <a:bodyPr bIns="0" lIns="0" numCol="1" rIns="0" tIns="0"/>
          <a:lstStyle>
            <a:lvl1pPr>
              <a:defRPr b="0" i="0" sz="1800">
                <a:solidFill>
                  <a:srgbClr val="0078D4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5" sz="quarter" type="ftr"/>
          </p:nvPr>
        </p:nvSpPr>
        <p:spPr/>
        <p:txBody>
          <a:bodyPr bIns="0" lIns="0" numCol="1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idx="6" sz="half" type="dt"/>
          </p:nvPr>
        </p:nvSpPr>
        <p:spPr/>
        <p:txBody>
          <a:bodyPr bIns="0" lIns="0" numCol="1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idx="7" sz="quarter" type="sldNum"/>
          </p:nvPr>
        </p:nvSpPr>
        <p:spPr/>
        <p:txBody>
          <a:bodyPr bIns="0" lIns="0" numCol="1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bIns="0" lIns="0" numCol="1" rIns="0" tIns="0"/>
          <a:lstStyle>
            <a:lvl1pPr>
              <a:defRPr b="1" i="0" sz="2250">
                <a:solidFill>
                  <a:srgbClr val="0078D4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idx="5" sz="quarter" type="ftr"/>
          </p:nvPr>
        </p:nvSpPr>
        <p:spPr/>
        <p:txBody>
          <a:bodyPr bIns="0" lIns="0" numCol="1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idx="6" sz="half" type="dt"/>
          </p:nvPr>
        </p:nvSpPr>
        <p:spPr/>
        <p:txBody>
          <a:bodyPr bIns="0" lIns="0" numCol="1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idx="7" sz="quarter" type="sldNum"/>
          </p:nvPr>
        </p:nvSpPr>
        <p:spPr/>
        <p:txBody>
          <a:bodyPr bIns="0" lIns="0" numCol="1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bIns="0" lIns="0" numCol="1" rIns="0" tIns="0"/>
          <a:lstStyle>
            <a:lvl1pPr>
              <a:defRPr b="1" i="0" sz="2250">
                <a:solidFill>
                  <a:srgbClr val="0078D4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5" sz="quarter" type="ftr"/>
          </p:nvPr>
        </p:nvSpPr>
        <p:spPr/>
        <p:txBody>
          <a:bodyPr bIns="0" lIns="0" numCol="1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6" sz="half" type="dt"/>
          </p:nvPr>
        </p:nvSpPr>
        <p:spPr/>
        <p:txBody>
          <a:bodyPr bIns="0" lIns="0" numCol="1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idx="7" sz="quarter" type="sldNum"/>
          </p:nvPr>
        </p:nvSpPr>
        <p:spPr/>
        <p:txBody>
          <a:bodyPr bIns="0" lIns="0" numCol="1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idx="5" sz="quarter" type="ftr"/>
          </p:nvPr>
        </p:nvSpPr>
        <p:spPr/>
        <p:txBody>
          <a:bodyPr bIns="0" lIns="0" numCol="1" rIns="0" t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6" sz="half" type="dt"/>
          </p:nvPr>
        </p:nvSpPr>
        <p:spPr/>
        <p:txBody>
          <a:bodyPr bIns="0" lIns="0" numCol="1" rIns="0" t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idx="7" sz="quarter" type="sldNum"/>
          </p:nvPr>
        </p:nvSpPr>
        <p:spPr/>
        <p:txBody>
          <a:bodyPr bIns="0" lIns="0" numCol="1" rIns="0" t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114300"/>
          </a:xfrm>
          <a:custGeom>
            <a:avLst/>
            <a:gdLst/>
            <a:ahLst/>
            <a:cxnLst/>
            <a:rect b="b" l="l" r="r" t="t"/>
            <a:pathLst>
              <a:path h="114300" w="12192000">
                <a:moveTo>
                  <a:pt x="12191999" y="114299"/>
                </a:moveTo>
                <a:lnTo>
                  <a:pt x="0" y="1142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1142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82650" y="558800"/>
            <a:ext cx="8319134" cy="579755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>
              <a:defRPr b="1" i="0" sz="2250">
                <a:solidFill>
                  <a:srgbClr val="0078D4"/>
                </a:solidFill>
                <a:latin typeface="Segoe UI Semibold"/>
                <a:cs typeface="Segoe UI Semibold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1" type="body"/>
          </p:nvPr>
        </p:nvSpPr>
        <p:spPr>
          <a:xfrm>
            <a:off x="1435099" y="1492250"/>
            <a:ext cx="9680575" cy="345440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>
              <a:defRPr b="0" i="0" sz="1800">
                <a:solidFill>
                  <a:srgbClr val="0078D4"/>
                </a:solidFill>
                <a:latin typeface="Segoe UI"/>
                <a:cs typeface="Segoe UI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5" sz="quarter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idx="6" sz="half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idx="7" sz="quarter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bIns="0" lIns="0" numCol="1" rIns="0" tIns="0" wrap="square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2" Target="../media/image1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5" Target="../media/image1.png" Type="http://schemas.openxmlformats.org/officeDocument/2006/relationships/image"/><Relationship Id="rId4" Target="../media/image4.png" Type="http://schemas.openxmlformats.org/officeDocument/2006/relationships/image"/><Relationship Id="rId3" Target="../media/image3.png" Type="http://schemas.openxmlformats.org/officeDocument/2006/relationships/image"/><Relationship Id="rId2" Target="../media/image2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3" Target="../media/image1.png" Type="http://schemas.openxmlformats.org/officeDocument/2006/relationships/image"/><Relationship Id="rId2" Target="../media/image5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3" Target="../media/image1.png" Type="http://schemas.openxmlformats.org/officeDocument/2006/relationships/image"/><Relationship Id="rId2" Target="../media/image6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9" Target="../media/image1.png" Type="http://schemas.openxmlformats.org/officeDocument/2006/relationships/image"/><Relationship Id="rId8" Target="../media/image13.png" Type="http://schemas.openxmlformats.org/officeDocument/2006/relationships/image"/><Relationship Id="rId7" Target="../media/image12.png" Type="http://schemas.openxmlformats.org/officeDocument/2006/relationships/image"/><Relationship Id="rId6" Target="../media/image11.png" Type="http://schemas.openxmlformats.org/officeDocument/2006/relationships/image"/><Relationship Id="rId5" Target="../media/image10.png" Type="http://schemas.openxmlformats.org/officeDocument/2006/relationships/image"/><Relationship Id="rId4" Target="../media/image9.png" Type="http://schemas.openxmlformats.org/officeDocument/2006/relationships/image"/><Relationship Id="rId3" Target="../media/image8.png" Type="http://schemas.openxmlformats.org/officeDocument/2006/relationships/image"/><Relationship Id="rId2" Target="../media/image7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7.xml.rels><?xml version="1.0" encoding="UTF-8" standalone="yes"?><Relationships xmlns="http://schemas.openxmlformats.org/package/2006/relationships"><Relationship Id="rId6" Target="../media/image1.png" Type="http://schemas.openxmlformats.org/officeDocument/2006/relationships/image"/><Relationship Id="rId5" Target="../media/image17.png" Type="http://schemas.openxmlformats.org/officeDocument/2006/relationships/image"/><Relationship Id="rId4" Target="../media/image16.png" Type="http://schemas.openxmlformats.org/officeDocument/2006/relationships/image"/><Relationship Id="rId3" Target="../media/image15.png" Type="http://schemas.openxmlformats.org/officeDocument/2006/relationships/image"/><Relationship Id="rId2" Target="../media/image14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_rels/slide8.xml.rels><?xml version="1.0" encoding="UTF-8" standalone="yes"?><Relationships xmlns="http://schemas.openxmlformats.org/package/2006/relationships"><Relationship Id="rId5" Target="../media/image1.png" Type="http://schemas.openxmlformats.org/officeDocument/2006/relationships/image"/><Relationship Id="rId4" Target="../media/image20.png" Type="http://schemas.openxmlformats.org/officeDocument/2006/relationships/image"/><Relationship Id="rId3" Target="../media/image19.png" Type="http://schemas.openxmlformats.org/officeDocument/2006/relationships/image"/><Relationship Id="rId2" Target="../media/image18.png" Type="http://schemas.openxmlformats.org/officeDocument/2006/relationships/image"/><Relationship Id="rId1" Target="../slideLayouts/slideLayout2.xml" Type="http://schemas.openxmlformats.org/officeDocument/2006/relationships/slideLayout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1543050"/>
            <a:chOff x="0" y="0"/>
            <a:chExt cx="12192000" cy="1543050"/>
          </a:xfrm>
        </p:grpSpPr>
        <p:sp>
          <p:nvSpPr>
            <p:cNvPr id="3" name="object 3"/>
            <p:cNvSpPr/>
            <p:nvPr/>
          </p:nvSpPr>
          <p:spPr>
            <a:xfrm>
              <a:off x="5395911" y="128587"/>
              <a:ext cx="1400175" cy="1400175"/>
            </a:xfrm>
            <a:custGeom>
              <a:avLst/>
              <a:gdLst/>
              <a:ahLst/>
              <a:cxnLst/>
              <a:rect b="b" l="l" r="r" t="t"/>
              <a:pathLst>
                <a:path h="1400175" w="1400175">
                  <a:moveTo>
                    <a:pt x="0" y="1319212"/>
                  </a:moveTo>
                  <a:lnTo>
                    <a:pt x="0" y="80962"/>
                  </a:lnTo>
                  <a:lnTo>
                    <a:pt x="0" y="75646"/>
                  </a:lnTo>
                  <a:lnTo>
                    <a:pt x="518" y="70381"/>
                  </a:lnTo>
                  <a:lnTo>
                    <a:pt x="1555" y="65167"/>
                  </a:lnTo>
                  <a:lnTo>
                    <a:pt x="2592" y="59953"/>
                  </a:lnTo>
                  <a:lnTo>
                    <a:pt x="4128" y="54890"/>
                  </a:lnTo>
                  <a:lnTo>
                    <a:pt x="6162" y="49979"/>
                  </a:lnTo>
                  <a:lnTo>
                    <a:pt x="8197" y="45068"/>
                  </a:lnTo>
                  <a:lnTo>
                    <a:pt x="10691" y="40402"/>
                  </a:lnTo>
                  <a:lnTo>
                    <a:pt x="40402" y="10691"/>
                  </a:lnTo>
                  <a:lnTo>
                    <a:pt x="65168" y="1555"/>
                  </a:lnTo>
                  <a:lnTo>
                    <a:pt x="70381" y="518"/>
                  </a:lnTo>
                  <a:lnTo>
                    <a:pt x="75646" y="0"/>
                  </a:lnTo>
                  <a:lnTo>
                    <a:pt x="80963" y="0"/>
                  </a:lnTo>
                  <a:lnTo>
                    <a:pt x="1319212" y="0"/>
                  </a:lnTo>
                  <a:lnTo>
                    <a:pt x="1324528" y="0"/>
                  </a:lnTo>
                  <a:lnTo>
                    <a:pt x="1329793" y="518"/>
                  </a:lnTo>
                  <a:lnTo>
                    <a:pt x="1335007" y="1555"/>
                  </a:lnTo>
                  <a:lnTo>
                    <a:pt x="1340221" y="2592"/>
                  </a:lnTo>
                  <a:lnTo>
                    <a:pt x="1345283" y="4128"/>
                  </a:lnTo>
                  <a:lnTo>
                    <a:pt x="1350194" y="6162"/>
                  </a:lnTo>
                  <a:lnTo>
                    <a:pt x="1355106" y="8197"/>
                  </a:lnTo>
                  <a:lnTo>
                    <a:pt x="1359772" y="10691"/>
                  </a:lnTo>
                  <a:lnTo>
                    <a:pt x="1364192" y="13644"/>
                  </a:lnTo>
                  <a:lnTo>
                    <a:pt x="1368612" y="16598"/>
                  </a:lnTo>
                  <a:lnTo>
                    <a:pt x="1394011" y="49979"/>
                  </a:lnTo>
                  <a:lnTo>
                    <a:pt x="1398619" y="65167"/>
                  </a:lnTo>
                  <a:lnTo>
                    <a:pt x="1399656" y="70381"/>
                  </a:lnTo>
                  <a:lnTo>
                    <a:pt x="1400175" y="75646"/>
                  </a:lnTo>
                  <a:lnTo>
                    <a:pt x="1400175" y="80962"/>
                  </a:lnTo>
                  <a:lnTo>
                    <a:pt x="1400175" y="1319212"/>
                  </a:lnTo>
                  <a:lnTo>
                    <a:pt x="1400175" y="1324528"/>
                  </a:lnTo>
                  <a:lnTo>
                    <a:pt x="1399656" y="1329793"/>
                  </a:lnTo>
                  <a:lnTo>
                    <a:pt x="1386529" y="1364192"/>
                  </a:lnTo>
                  <a:lnTo>
                    <a:pt x="1383577" y="1368612"/>
                  </a:lnTo>
                  <a:lnTo>
                    <a:pt x="1350194" y="1394011"/>
                  </a:lnTo>
                  <a:lnTo>
                    <a:pt x="1345283" y="1396046"/>
                  </a:lnTo>
                  <a:lnTo>
                    <a:pt x="1319212" y="1400174"/>
                  </a:lnTo>
                  <a:lnTo>
                    <a:pt x="80963" y="1400174"/>
                  </a:lnTo>
                  <a:lnTo>
                    <a:pt x="75646" y="1400174"/>
                  </a:lnTo>
                  <a:lnTo>
                    <a:pt x="70381" y="1399656"/>
                  </a:lnTo>
                  <a:lnTo>
                    <a:pt x="65168" y="1398619"/>
                  </a:lnTo>
                  <a:lnTo>
                    <a:pt x="59953" y="1397581"/>
                  </a:lnTo>
                  <a:lnTo>
                    <a:pt x="35982" y="1386529"/>
                  </a:lnTo>
                  <a:lnTo>
                    <a:pt x="31562" y="1383576"/>
                  </a:lnTo>
                  <a:lnTo>
                    <a:pt x="6162" y="1350195"/>
                  </a:lnTo>
                  <a:lnTo>
                    <a:pt x="4128" y="1345283"/>
                  </a:lnTo>
                  <a:lnTo>
                    <a:pt x="2592" y="1340221"/>
                  </a:lnTo>
                  <a:lnTo>
                    <a:pt x="1555" y="1335007"/>
                  </a:lnTo>
                  <a:lnTo>
                    <a:pt x="518" y="1329793"/>
                  </a:lnTo>
                  <a:lnTo>
                    <a:pt x="0" y="1324528"/>
                  </a:lnTo>
                  <a:lnTo>
                    <a:pt x="0" y="1319212"/>
                  </a:lnTo>
                  <a:close/>
                </a:path>
              </a:pathLst>
            </a:custGeom>
            <a:ln w="28574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5638799" y="428625"/>
              <a:ext cx="914400" cy="800100"/>
            </a:xfrm>
            <a:custGeom>
              <a:avLst/>
              <a:gdLst/>
              <a:ahLst/>
              <a:cxnLst/>
              <a:rect b="b" l="l" r="r" t="t"/>
              <a:pathLst>
                <a:path h="800100" w="914400">
                  <a:moveTo>
                    <a:pt x="800100" y="342900"/>
                  </a:moveTo>
                  <a:lnTo>
                    <a:pt x="114300" y="342900"/>
                  </a:lnTo>
                  <a:lnTo>
                    <a:pt x="69844" y="333906"/>
                  </a:lnTo>
                  <a:lnTo>
                    <a:pt x="33508" y="309391"/>
                  </a:lnTo>
                  <a:lnTo>
                    <a:pt x="8993" y="273055"/>
                  </a:lnTo>
                  <a:lnTo>
                    <a:pt x="0" y="228600"/>
                  </a:lnTo>
                  <a:lnTo>
                    <a:pt x="0" y="114300"/>
                  </a:lnTo>
                  <a:lnTo>
                    <a:pt x="8993" y="69844"/>
                  </a:lnTo>
                  <a:lnTo>
                    <a:pt x="33508" y="33508"/>
                  </a:lnTo>
                  <a:lnTo>
                    <a:pt x="69844" y="8993"/>
                  </a:lnTo>
                  <a:lnTo>
                    <a:pt x="114300" y="0"/>
                  </a:lnTo>
                  <a:lnTo>
                    <a:pt x="800100" y="0"/>
                  </a:lnTo>
                  <a:lnTo>
                    <a:pt x="844555" y="8993"/>
                  </a:lnTo>
                  <a:lnTo>
                    <a:pt x="880891" y="33508"/>
                  </a:lnTo>
                  <a:lnTo>
                    <a:pt x="905406" y="69844"/>
                  </a:lnTo>
                  <a:lnTo>
                    <a:pt x="914400" y="114300"/>
                  </a:lnTo>
                  <a:lnTo>
                    <a:pt x="914400" y="128587"/>
                  </a:lnTo>
                  <a:lnTo>
                    <a:pt x="608678" y="128587"/>
                  </a:lnTo>
                  <a:lnTo>
                    <a:pt x="603210" y="129675"/>
                  </a:lnTo>
                  <a:lnTo>
                    <a:pt x="572587" y="160298"/>
                  </a:lnTo>
                  <a:lnTo>
                    <a:pt x="571499" y="165766"/>
                  </a:lnTo>
                  <a:lnTo>
                    <a:pt x="571499" y="177133"/>
                  </a:lnTo>
                  <a:lnTo>
                    <a:pt x="592708" y="208874"/>
                  </a:lnTo>
                  <a:lnTo>
                    <a:pt x="608678" y="214312"/>
                  </a:lnTo>
                  <a:lnTo>
                    <a:pt x="914400" y="214312"/>
                  </a:lnTo>
                  <a:lnTo>
                    <a:pt x="914400" y="228600"/>
                  </a:lnTo>
                  <a:lnTo>
                    <a:pt x="905406" y="273055"/>
                  </a:lnTo>
                  <a:lnTo>
                    <a:pt x="880891" y="309391"/>
                  </a:lnTo>
                  <a:lnTo>
                    <a:pt x="844555" y="333906"/>
                  </a:lnTo>
                  <a:lnTo>
                    <a:pt x="800100" y="342900"/>
                  </a:lnTo>
                  <a:close/>
                </a:path>
                <a:path h="800100" w="914400">
                  <a:moveTo>
                    <a:pt x="737266" y="214312"/>
                  </a:moveTo>
                  <a:lnTo>
                    <a:pt x="620046" y="214312"/>
                  </a:lnTo>
                  <a:lnTo>
                    <a:pt x="625513" y="213224"/>
                  </a:lnTo>
                  <a:lnTo>
                    <a:pt x="636016" y="208874"/>
                  </a:lnTo>
                  <a:lnTo>
                    <a:pt x="657224" y="177133"/>
                  </a:lnTo>
                  <a:lnTo>
                    <a:pt x="657224" y="165766"/>
                  </a:lnTo>
                  <a:lnTo>
                    <a:pt x="636016" y="134025"/>
                  </a:lnTo>
                  <a:lnTo>
                    <a:pt x="620046" y="128587"/>
                  </a:lnTo>
                  <a:lnTo>
                    <a:pt x="737266" y="128587"/>
                  </a:lnTo>
                  <a:lnTo>
                    <a:pt x="705525" y="149795"/>
                  </a:lnTo>
                  <a:lnTo>
                    <a:pt x="700087" y="165766"/>
                  </a:lnTo>
                  <a:lnTo>
                    <a:pt x="700087" y="177133"/>
                  </a:lnTo>
                  <a:lnTo>
                    <a:pt x="721295" y="208874"/>
                  </a:lnTo>
                  <a:lnTo>
                    <a:pt x="731798" y="213224"/>
                  </a:lnTo>
                  <a:lnTo>
                    <a:pt x="737266" y="214312"/>
                  </a:lnTo>
                  <a:close/>
                </a:path>
                <a:path h="800100" w="914400">
                  <a:moveTo>
                    <a:pt x="914400" y="214312"/>
                  </a:moveTo>
                  <a:lnTo>
                    <a:pt x="748633" y="214312"/>
                  </a:lnTo>
                  <a:lnTo>
                    <a:pt x="754101" y="213224"/>
                  </a:lnTo>
                  <a:lnTo>
                    <a:pt x="764603" y="208874"/>
                  </a:lnTo>
                  <a:lnTo>
                    <a:pt x="785812" y="177133"/>
                  </a:lnTo>
                  <a:lnTo>
                    <a:pt x="785812" y="165766"/>
                  </a:lnTo>
                  <a:lnTo>
                    <a:pt x="764603" y="134025"/>
                  </a:lnTo>
                  <a:lnTo>
                    <a:pt x="748633" y="128587"/>
                  </a:lnTo>
                  <a:lnTo>
                    <a:pt x="914400" y="128587"/>
                  </a:lnTo>
                  <a:lnTo>
                    <a:pt x="914400" y="214312"/>
                  </a:lnTo>
                  <a:close/>
                </a:path>
                <a:path h="800100" w="914400">
                  <a:moveTo>
                    <a:pt x="800100" y="800100"/>
                  </a:moveTo>
                  <a:lnTo>
                    <a:pt x="114300" y="800100"/>
                  </a:lnTo>
                  <a:lnTo>
                    <a:pt x="69844" y="791106"/>
                  </a:lnTo>
                  <a:lnTo>
                    <a:pt x="33508" y="766591"/>
                  </a:lnTo>
                  <a:lnTo>
                    <a:pt x="8993" y="730255"/>
                  </a:lnTo>
                  <a:lnTo>
                    <a:pt x="0" y="685800"/>
                  </a:lnTo>
                  <a:lnTo>
                    <a:pt x="0" y="571500"/>
                  </a:lnTo>
                  <a:lnTo>
                    <a:pt x="8993" y="527044"/>
                  </a:lnTo>
                  <a:lnTo>
                    <a:pt x="33508" y="490708"/>
                  </a:lnTo>
                  <a:lnTo>
                    <a:pt x="69844" y="466193"/>
                  </a:lnTo>
                  <a:lnTo>
                    <a:pt x="114300" y="457200"/>
                  </a:lnTo>
                  <a:lnTo>
                    <a:pt x="800100" y="457200"/>
                  </a:lnTo>
                  <a:lnTo>
                    <a:pt x="844555" y="466193"/>
                  </a:lnTo>
                  <a:lnTo>
                    <a:pt x="880891" y="490708"/>
                  </a:lnTo>
                  <a:lnTo>
                    <a:pt x="905406" y="527044"/>
                  </a:lnTo>
                  <a:lnTo>
                    <a:pt x="914400" y="571500"/>
                  </a:lnTo>
                  <a:lnTo>
                    <a:pt x="914400" y="585787"/>
                  </a:lnTo>
                  <a:lnTo>
                    <a:pt x="608678" y="585787"/>
                  </a:lnTo>
                  <a:lnTo>
                    <a:pt x="603210" y="586875"/>
                  </a:lnTo>
                  <a:lnTo>
                    <a:pt x="572587" y="617498"/>
                  </a:lnTo>
                  <a:lnTo>
                    <a:pt x="571499" y="622966"/>
                  </a:lnTo>
                  <a:lnTo>
                    <a:pt x="571499" y="634333"/>
                  </a:lnTo>
                  <a:lnTo>
                    <a:pt x="592708" y="666074"/>
                  </a:lnTo>
                  <a:lnTo>
                    <a:pt x="608678" y="671512"/>
                  </a:lnTo>
                  <a:lnTo>
                    <a:pt x="914400" y="671512"/>
                  </a:lnTo>
                  <a:lnTo>
                    <a:pt x="914400" y="685800"/>
                  </a:lnTo>
                  <a:lnTo>
                    <a:pt x="905406" y="730255"/>
                  </a:lnTo>
                  <a:lnTo>
                    <a:pt x="880891" y="766591"/>
                  </a:lnTo>
                  <a:lnTo>
                    <a:pt x="844555" y="791106"/>
                  </a:lnTo>
                  <a:lnTo>
                    <a:pt x="800100" y="800100"/>
                  </a:lnTo>
                  <a:close/>
                </a:path>
                <a:path h="800100" w="914400">
                  <a:moveTo>
                    <a:pt x="751553" y="671512"/>
                  </a:moveTo>
                  <a:lnTo>
                    <a:pt x="620046" y="671512"/>
                  </a:lnTo>
                  <a:lnTo>
                    <a:pt x="625513" y="670424"/>
                  </a:lnTo>
                  <a:lnTo>
                    <a:pt x="636016" y="666074"/>
                  </a:lnTo>
                  <a:lnTo>
                    <a:pt x="657224" y="634333"/>
                  </a:lnTo>
                  <a:lnTo>
                    <a:pt x="657224" y="622966"/>
                  </a:lnTo>
                  <a:lnTo>
                    <a:pt x="636016" y="591225"/>
                  </a:lnTo>
                  <a:lnTo>
                    <a:pt x="620046" y="585787"/>
                  </a:lnTo>
                  <a:lnTo>
                    <a:pt x="751553" y="585787"/>
                  </a:lnTo>
                  <a:lnTo>
                    <a:pt x="719812" y="606995"/>
                  </a:lnTo>
                  <a:lnTo>
                    <a:pt x="714374" y="622966"/>
                  </a:lnTo>
                  <a:lnTo>
                    <a:pt x="714374" y="634333"/>
                  </a:lnTo>
                  <a:lnTo>
                    <a:pt x="735583" y="666074"/>
                  </a:lnTo>
                  <a:lnTo>
                    <a:pt x="746085" y="670424"/>
                  </a:lnTo>
                  <a:lnTo>
                    <a:pt x="751553" y="671512"/>
                  </a:lnTo>
                  <a:close/>
                </a:path>
                <a:path h="800100" w="914400">
                  <a:moveTo>
                    <a:pt x="914400" y="671512"/>
                  </a:moveTo>
                  <a:lnTo>
                    <a:pt x="762921" y="671512"/>
                  </a:lnTo>
                  <a:lnTo>
                    <a:pt x="768388" y="670424"/>
                  </a:lnTo>
                  <a:lnTo>
                    <a:pt x="778891" y="666074"/>
                  </a:lnTo>
                  <a:lnTo>
                    <a:pt x="800099" y="634333"/>
                  </a:lnTo>
                  <a:lnTo>
                    <a:pt x="800099" y="622966"/>
                  </a:lnTo>
                  <a:lnTo>
                    <a:pt x="778891" y="591225"/>
                  </a:lnTo>
                  <a:lnTo>
                    <a:pt x="762921" y="585787"/>
                  </a:lnTo>
                  <a:lnTo>
                    <a:pt x="914400" y="585787"/>
                  </a:lnTo>
                  <a:lnTo>
                    <a:pt x="914400" y="671512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14028" y="1797050"/>
            <a:ext cx="8364220" cy="574040"/>
          </a:xfrm>
          <a:prstGeom prst="rect"/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/>
              <a:t>Windows</a:t>
            </a:r>
            <a:r>
              <a:rPr dirty="0" spc="-45" sz="3600"/>
              <a:t> </a:t>
            </a:r>
            <a:r>
              <a:rPr dirty="0" sz="3600"/>
              <a:t>Server</a:t>
            </a:r>
            <a:r>
              <a:rPr dirty="0" spc="-30" sz="3600"/>
              <a:t> </a:t>
            </a:r>
            <a:r>
              <a:rPr dirty="0" sz="3600"/>
              <a:t>Port</a:t>
            </a:r>
            <a:r>
              <a:rPr dirty="0" spc="-35" sz="3600"/>
              <a:t> </a:t>
            </a:r>
            <a:r>
              <a:rPr dirty="0" sz="3600"/>
              <a:t>Down</a:t>
            </a:r>
            <a:r>
              <a:rPr dirty="0" spc="-35" sz="3600"/>
              <a:t> </a:t>
            </a:r>
            <a:r>
              <a:rPr dirty="0" sz="3600"/>
              <a:t>Alerts</a:t>
            </a:r>
            <a:r>
              <a:rPr dirty="0" spc="-30" sz="3600"/>
              <a:t> </a:t>
            </a:r>
            <a:r>
              <a:rPr dirty="0" sz="3600"/>
              <a:t>-</a:t>
            </a:r>
            <a:r>
              <a:rPr dirty="0" spc="-35" sz="3600"/>
              <a:t> </a:t>
            </a:r>
            <a:r>
              <a:rPr dirty="0" spc="-25" sz="3600"/>
              <a:t>SOP</a:t>
            </a:r>
            <a:endParaRPr sz="3600"/>
          </a:p>
        </p:txBody>
      </p:sp>
      <p:sp>
        <p:nvSpPr>
          <p:cNvPr id="6" name="object 6"/>
          <p:cNvSpPr txBox="1"/>
          <p:nvPr/>
        </p:nvSpPr>
        <p:spPr>
          <a:xfrm>
            <a:off x="755104" y="2540000"/>
            <a:ext cx="10681970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A</a:t>
            </a:r>
            <a:r>
              <a:rPr dirty="0" spc="-20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Standard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Operating</a:t>
            </a:r>
            <a:r>
              <a:rPr dirty="0" spc="-20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Procedure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(SOP)</a:t>
            </a:r>
            <a:r>
              <a:rPr dirty="0" spc="-20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for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preventing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and</a:t>
            </a:r>
            <a:r>
              <a:rPr dirty="0" spc="-20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managing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port</a:t>
            </a:r>
            <a:r>
              <a:rPr dirty="0" spc="-20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down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alerts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on</a:t>
            </a:r>
            <a:r>
              <a:rPr dirty="0" spc="-20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4F4F4F"/>
                </a:solidFill>
                <a:latin typeface="Segoe UI"/>
                <a:cs typeface="Segoe UI"/>
              </a:rPr>
              <a:t>Windows</a:t>
            </a:r>
            <a:r>
              <a:rPr dirty="0" spc="-15" sz="1800">
                <a:solidFill>
                  <a:srgbClr val="4F4F4F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4F4F4F"/>
                </a:solidFill>
                <a:latin typeface="Segoe UI"/>
                <a:cs typeface="Segoe UI"/>
              </a:rPr>
              <a:t>Server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4476749" y="3448049"/>
            <a:ext cx="1009650" cy="381000"/>
          </a:xfrm>
          <a:custGeom>
            <a:avLst/>
            <a:gdLst/>
            <a:ahLst/>
            <a:cxnLst/>
            <a:rect b="b" l="l" r="r" t="t"/>
            <a:pathLst>
              <a:path h="381000" w="1009650">
                <a:moveTo>
                  <a:pt x="819149" y="380999"/>
                </a:moveTo>
                <a:lnTo>
                  <a:pt x="190499" y="380999"/>
                </a:lnTo>
                <a:lnTo>
                  <a:pt x="181141" y="380771"/>
                </a:lnTo>
                <a:lnTo>
                  <a:pt x="135199" y="372798"/>
                </a:lnTo>
                <a:lnTo>
                  <a:pt x="92572" y="353903"/>
                </a:lnTo>
                <a:lnTo>
                  <a:pt x="55796" y="325203"/>
                </a:lnTo>
                <a:lnTo>
                  <a:pt x="27095" y="288426"/>
                </a:lnTo>
                <a:lnTo>
                  <a:pt x="8200" y="245799"/>
                </a:lnTo>
                <a:lnTo>
                  <a:pt x="228" y="199858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819149" y="0"/>
                </a:lnTo>
                <a:lnTo>
                  <a:pt x="865447" y="5710"/>
                </a:lnTo>
                <a:lnTo>
                  <a:pt x="908951" y="22491"/>
                </a:lnTo>
                <a:lnTo>
                  <a:pt x="947073" y="49340"/>
                </a:lnTo>
                <a:lnTo>
                  <a:pt x="977544" y="84663"/>
                </a:lnTo>
                <a:lnTo>
                  <a:pt x="998517" y="126332"/>
                </a:lnTo>
                <a:lnTo>
                  <a:pt x="1008734" y="171827"/>
                </a:lnTo>
                <a:lnTo>
                  <a:pt x="1009649" y="190499"/>
                </a:lnTo>
                <a:lnTo>
                  <a:pt x="1009420" y="199858"/>
                </a:lnTo>
                <a:lnTo>
                  <a:pt x="1001447" y="245799"/>
                </a:lnTo>
                <a:lnTo>
                  <a:pt x="982553" y="288426"/>
                </a:lnTo>
                <a:lnTo>
                  <a:pt x="953853" y="325203"/>
                </a:lnTo>
                <a:lnTo>
                  <a:pt x="917076" y="353903"/>
                </a:lnTo>
                <a:lnTo>
                  <a:pt x="874448" y="372799"/>
                </a:lnTo>
                <a:lnTo>
                  <a:pt x="828508" y="380771"/>
                </a:lnTo>
                <a:lnTo>
                  <a:pt x="81914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620914" y="3530600"/>
            <a:ext cx="72517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>
                <a:solidFill>
                  <a:srgbClr val="FFFFFF"/>
                </a:solidFill>
                <a:latin typeface="Segoe UI"/>
                <a:cs typeface="Segoe UI"/>
              </a:rPr>
              <a:t>Port</a:t>
            </a:r>
            <a:r>
              <a:rPr b="1" dirty="0" spc="-30" sz="12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b="1" dirty="0" spc="-20" sz="120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5638799" y="3448049"/>
            <a:ext cx="1000125" cy="381000"/>
          </a:xfrm>
          <a:custGeom>
            <a:avLst/>
            <a:gdLst/>
            <a:ahLst/>
            <a:cxnLst/>
            <a:rect b="b" l="l" r="r" t="t"/>
            <a:pathLst>
              <a:path h="381000" w="1000125">
                <a:moveTo>
                  <a:pt x="809624" y="380999"/>
                </a:moveTo>
                <a:lnTo>
                  <a:pt x="190499" y="380999"/>
                </a:lnTo>
                <a:lnTo>
                  <a:pt x="181141" y="380771"/>
                </a:lnTo>
                <a:lnTo>
                  <a:pt x="135199" y="372798"/>
                </a:lnTo>
                <a:lnTo>
                  <a:pt x="92571" y="353903"/>
                </a:lnTo>
                <a:lnTo>
                  <a:pt x="55795" y="325203"/>
                </a:lnTo>
                <a:lnTo>
                  <a:pt x="27094" y="288426"/>
                </a:lnTo>
                <a:lnTo>
                  <a:pt x="8199" y="245799"/>
                </a:lnTo>
                <a:lnTo>
                  <a:pt x="228" y="199858"/>
                </a:lnTo>
                <a:lnTo>
                  <a:pt x="0" y="190499"/>
                </a:lnTo>
                <a:lnTo>
                  <a:pt x="228" y="181141"/>
                </a:lnTo>
                <a:lnTo>
                  <a:pt x="8199" y="135199"/>
                </a:lnTo>
                <a:lnTo>
                  <a:pt x="27094" y="92572"/>
                </a:lnTo>
                <a:lnTo>
                  <a:pt x="55795" y="55796"/>
                </a:lnTo>
                <a:lnTo>
                  <a:pt x="92571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809624" y="0"/>
                </a:lnTo>
                <a:lnTo>
                  <a:pt x="855923" y="5710"/>
                </a:lnTo>
                <a:lnTo>
                  <a:pt x="899426" y="22491"/>
                </a:lnTo>
                <a:lnTo>
                  <a:pt x="937548" y="49340"/>
                </a:lnTo>
                <a:lnTo>
                  <a:pt x="968019" y="84663"/>
                </a:lnTo>
                <a:lnTo>
                  <a:pt x="988992" y="126332"/>
                </a:lnTo>
                <a:lnTo>
                  <a:pt x="999209" y="171827"/>
                </a:lnTo>
                <a:lnTo>
                  <a:pt x="1000124" y="190499"/>
                </a:lnTo>
                <a:lnTo>
                  <a:pt x="999895" y="199858"/>
                </a:lnTo>
                <a:lnTo>
                  <a:pt x="991922" y="245799"/>
                </a:lnTo>
                <a:lnTo>
                  <a:pt x="973028" y="288426"/>
                </a:lnTo>
                <a:lnTo>
                  <a:pt x="944328" y="325203"/>
                </a:lnTo>
                <a:lnTo>
                  <a:pt x="907551" y="353903"/>
                </a:lnTo>
                <a:lnTo>
                  <a:pt x="864924" y="372799"/>
                </a:lnTo>
                <a:lnTo>
                  <a:pt x="818983" y="380771"/>
                </a:lnTo>
                <a:lnTo>
                  <a:pt x="809624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777458" y="3530600"/>
            <a:ext cx="72517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>
                <a:solidFill>
                  <a:srgbClr val="FFFFFF"/>
                </a:solidFill>
                <a:latin typeface="Segoe UI"/>
                <a:cs typeface="Segoe UI"/>
              </a:rPr>
              <a:t>Port</a:t>
            </a:r>
            <a:r>
              <a:rPr b="1" dirty="0" spc="-30" sz="12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b="1" dirty="0" spc="-20" sz="120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791324" y="3448049"/>
            <a:ext cx="923925" cy="381000"/>
          </a:xfrm>
          <a:custGeom>
            <a:avLst/>
            <a:gdLst/>
            <a:ahLst/>
            <a:cxnLst/>
            <a:rect b="b" l="l" r="r" t="t"/>
            <a:pathLst>
              <a:path h="381000" w="923925">
                <a:moveTo>
                  <a:pt x="733424" y="380999"/>
                </a:moveTo>
                <a:lnTo>
                  <a:pt x="190499" y="380999"/>
                </a:lnTo>
                <a:lnTo>
                  <a:pt x="181141" y="380771"/>
                </a:lnTo>
                <a:lnTo>
                  <a:pt x="135199" y="372798"/>
                </a:lnTo>
                <a:lnTo>
                  <a:pt x="92571" y="353903"/>
                </a:lnTo>
                <a:lnTo>
                  <a:pt x="55795" y="325203"/>
                </a:lnTo>
                <a:lnTo>
                  <a:pt x="27094" y="288426"/>
                </a:lnTo>
                <a:lnTo>
                  <a:pt x="8200" y="245799"/>
                </a:lnTo>
                <a:lnTo>
                  <a:pt x="228" y="199858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4" y="92572"/>
                </a:lnTo>
                <a:lnTo>
                  <a:pt x="55795" y="55796"/>
                </a:lnTo>
                <a:lnTo>
                  <a:pt x="92571" y="27095"/>
                </a:lnTo>
                <a:lnTo>
                  <a:pt x="135199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733424" y="0"/>
                </a:lnTo>
                <a:lnTo>
                  <a:pt x="779723" y="5710"/>
                </a:lnTo>
                <a:lnTo>
                  <a:pt x="823225" y="22491"/>
                </a:lnTo>
                <a:lnTo>
                  <a:pt x="861348" y="49340"/>
                </a:lnTo>
                <a:lnTo>
                  <a:pt x="891819" y="84663"/>
                </a:lnTo>
                <a:lnTo>
                  <a:pt x="912793" y="126332"/>
                </a:lnTo>
                <a:lnTo>
                  <a:pt x="923009" y="171827"/>
                </a:lnTo>
                <a:lnTo>
                  <a:pt x="923924" y="190499"/>
                </a:lnTo>
                <a:lnTo>
                  <a:pt x="923695" y="199858"/>
                </a:lnTo>
                <a:lnTo>
                  <a:pt x="915723" y="245799"/>
                </a:lnTo>
                <a:lnTo>
                  <a:pt x="896828" y="288426"/>
                </a:lnTo>
                <a:lnTo>
                  <a:pt x="868128" y="325203"/>
                </a:lnTo>
                <a:lnTo>
                  <a:pt x="831351" y="353903"/>
                </a:lnTo>
                <a:lnTo>
                  <a:pt x="788724" y="372799"/>
                </a:lnTo>
                <a:lnTo>
                  <a:pt x="742783" y="380771"/>
                </a:lnTo>
                <a:lnTo>
                  <a:pt x="733424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934001" y="3530600"/>
            <a:ext cx="63754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z="1200">
                <a:solidFill>
                  <a:srgbClr val="FFFFFF"/>
                </a:solidFill>
                <a:latin typeface="Segoe UI"/>
                <a:cs typeface="Segoe UI"/>
              </a:rPr>
              <a:t>Port</a:t>
            </a:r>
            <a:r>
              <a:rPr b="1" dirty="0" spc="-30" sz="12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b="1" dirty="0" spc="-25" sz="120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219699" y="4286250"/>
            <a:ext cx="571500" cy="457200"/>
          </a:xfrm>
          <a:custGeom>
            <a:avLst/>
            <a:gdLst/>
            <a:ahLst/>
            <a:cxnLst/>
            <a:rect b="b" l="l" r="r" t="t"/>
            <a:pathLst>
              <a:path h="457200" w="571500">
                <a:moveTo>
                  <a:pt x="357187" y="171450"/>
                </a:moveTo>
                <a:lnTo>
                  <a:pt x="214312" y="171450"/>
                </a:lnTo>
                <a:lnTo>
                  <a:pt x="197632" y="168080"/>
                </a:lnTo>
                <a:lnTo>
                  <a:pt x="184007" y="158892"/>
                </a:lnTo>
                <a:lnTo>
                  <a:pt x="174819" y="145267"/>
                </a:lnTo>
                <a:lnTo>
                  <a:pt x="171450" y="128587"/>
                </a:lnTo>
                <a:lnTo>
                  <a:pt x="171450" y="42862"/>
                </a:lnTo>
                <a:lnTo>
                  <a:pt x="174819" y="26182"/>
                </a:lnTo>
                <a:lnTo>
                  <a:pt x="184007" y="12557"/>
                </a:lnTo>
                <a:lnTo>
                  <a:pt x="197632" y="3369"/>
                </a:lnTo>
                <a:lnTo>
                  <a:pt x="214312" y="0"/>
                </a:lnTo>
                <a:lnTo>
                  <a:pt x="357187" y="0"/>
                </a:lnTo>
                <a:lnTo>
                  <a:pt x="373867" y="3369"/>
                </a:lnTo>
                <a:lnTo>
                  <a:pt x="387492" y="12557"/>
                </a:lnTo>
                <a:lnTo>
                  <a:pt x="396680" y="26182"/>
                </a:lnTo>
                <a:lnTo>
                  <a:pt x="400050" y="42862"/>
                </a:lnTo>
                <a:lnTo>
                  <a:pt x="400050" y="57150"/>
                </a:lnTo>
                <a:lnTo>
                  <a:pt x="228600" y="57150"/>
                </a:lnTo>
                <a:lnTo>
                  <a:pt x="228600" y="114300"/>
                </a:lnTo>
                <a:lnTo>
                  <a:pt x="400050" y="114300"/>
                </a:lnTo>
                <a:lnTo>
                  <a:pt x="400050" y="128587"/>
                </a:lnTo>
                <a:lnTo>
                  <a:pt x="396680" y="145267"/>
                </a:lnTo>
                <a:lnTo>
                  <a:pt x="387492" y="158892"/>
                </a:lnTo>
                <a:lnTo>
                  <a:pt x="373867" y="168080"/>
                </a:lnTo>
                <a:lnTo>
                  <a:pt x="357187" y="171450"/>
                </a:lnTo>
                <a:close/>
              </a:path>
              <a:path h="457200" w="571500">
                <a:moveTo>
                  <a:pt x="400050" y="114300"/>
                </a:moveTo>
                <a:lnTo>
                  <a:pt x="342900" y="114300"/>
                </a:lnTo>
                <a:lnTo>
                  <a:pt x="342900" y="57150"/>
                </a:lnTo>
                <a:lnTo>
                  <a:pt x="400050" y="57150"/>
                </a:lnTo>
                <a:lnTo>
                  <a:pt x="400050" y="114300"/>
                </a:lnTo>
                <a:close/>
              </a:path>
              <a:path h="457200" w="571500">
                <a:moveTo>
                  <a:pt x="314325" y="200025"/>
                </a:moveTo>
                <a:lnTo>
                  <a:pt x="257175" y="200025"/>
                </a:lnTo>
                <a:lnTo>
                  <a:pt x="257175" y="171450"/>
                </a:lnTo>
                <a:lnTo>
                  <a:pt x="314325" y="171450"/>
                </a:lnTo>
                <a:lnTo>
                  <a:pt x="314325" y="200025"/>
                </a:lnTo>
                <a:close/>
              </a:path>
              <a:path h="457200" w="571500">
                <a:moveTo>
                  <a:pt x="542925" y="257175"/>
                </a:moveTo>
                <a:lnTo>
                  <a:pt x="28575" y="257175"/>
                </a:lnTo>
                <a:lnTo>
                  <a:pt x="17442" y="254932"/>
                </a:lnTo>
                <a:lnTo>
                  <a:pt x="8360" y="248814"/>
                </a:lnTo>
                <a:lnTo>
                  <a:pt x="2242" y="239732"/>
                </a:lnTo>
                <a:lnTo>
                  <a:pt x="0" y="228600"/>
                </a:lnTo>
                <a:lnTo>
                  <a:pt x="2242" y="217467"/>
                </a:lnTo>
                <a:lnTo>
                  <a:pt x="8360" y="208385"/>
                </a:lnTo>
                <a:lnTo>
                  <a:pt x="17442" y="202267"/>
                </a:lnTo>
                <a:lnTo>
                  <a:pt x="28575" y="200025"/>
                </a:lnTo>
                <a:lnTo>
                  <a:pt x="542925" y="200025"/>
                </a:lnTo>
                <a:lnTo>
                  <a:pt x="554057" y="202267"/>
                </a:lnTo>
                <a:lnTo>
                  <a:pt x="563139" y="208385"/>
                </a:lnTo>
                <a:lnTo>
                  <a:pt x="569257" y="217467"/>
                </a:lnTo>
                <a:lnTo>
                  <a:pt x="571500" y="228600"/>
                </a:lnTo>
                <a:lnTo>
                  <a:pt x="569257" y="239732"/>
                </a:lnTo>
                <a:lnTo>
                  <a:pt x="563139" y="248814"/>
                </a:lnTo>
                <a:lnTo>
                  <a:pt x="554057" y="254932"/>
                </a:lnTo>
                <a:lnTo>
                  <a:pt x="542925" y="257175"/>
                </a:lnTo>
                <a:close/>
              </a:path>
              <a:path h="457200" w="571500">
                <a:moveTo>
                  <a:pt x="171450" y="285750"/>
                </a:moveTo>
                <a:lnTo>
                  <a:pt x="114300" y="285750"/>
                </a:lnTo>
                <a:lnTo>
                  <a:pt x="114300" y="257175"/>
                </a:lnTo>
                <a:lnTo>
                  <a:pt x="171450" y="257175"/>
                </a:lnTo>
                <a:lnTo>
                  <a:pt x="171450" y="285750"/>
                </a:lnTo>
                <a:close/>
              </a:path>
              <a:path h="457200" w="571500">
                <a:moveTo>
                  <a:pt x="457200" y="285750"/>
                </a:moveTo>
                <a:lnTo>
                  <a:pt x="400050" y="285750"/>
                </a:lnTo>
                <a:lnTo>
                  <a:pt x="400050" y="257175"/>
                </a:lnTo>
                <a:lnTo>
                  <a:pt x="457200" y="257175"/>
                </a:lnTo>
                <a:lnTo>
                  <a:pt x="457200" y="285750"/>
                </a:lnTo>
                <a:close/>
              </a:path>
              <a:path h="457200" w="571500">
                <a:moveTo>
                  <a:pt x="214312" y="457200"/>
                </a:moveTo>
                <a:lnTo>
                  <a:pt x="71437" y="457200"/>
                </a:lnTo>
                <a:lnTo>
                  <a:pt x="54757" y="453830"/>
                </a:lnTo>
                <a:lnTo>
                  <a:pt x="41132" y="444642"/>
                </a:lnTo>
                <a:lnTo>
                  <a:pt x="31944" y="431017"/>
                </a:lnTo>
                <a:lnTo>
                  <a:pt x="28575" y="414337"/>
                </a:lnTo>
                <a:lnTo>
                  <a:pt x="28575" y="328612"/>
                </a:lnTo>
                <a:lnTo>
                  <a:pt x="31944" y="311932"/>
                </a:lnTo>
                <a:lnTo>
                  <a:pt x="41132" y="298307"/>
                </a:lnTo>
                <a:lnTo>
                  <a:pt x="54757" y="289119"/>
                </a:lnTo>
                <a:lnTo>
                  <a:pt x="71437" y="285750"/>
                </a:lnTo>
                <a:lnTo>
                  <a:pt x="214312" y="285750"/>
                </a:lnTo>
                <a:lnTo>
                  <a:pt x="230992" y="289119"/>
                </a:lnTo>
                <a:lnTo>
                  <a:pt x="244617" y="298307"/>
                </a:lnTo>
                <a:lnTo>
                  <a:pt x="253805" y="311932"/>
                </a:lnTo>
                <a:lnTo>
                  <a:pt x="257175" y="328612"/>
                </a:lnTo>
                <a:lnTo>
                  <a:pt x="257175" y="342900"/>
                </a:lnTo>
                <a:lnTo>
                  <a:pt x="85725" y="342900"/>
                </a:lnTo>
                <a:lnTo>
                  <a:pt x="85725" y="400050"/>
                </a:lnTo>
                <a:lnTo>
                  <a:pt x="257175" y="400050"/>
                </a:lnTo>
                <a:lnTo>
                  <a:pt x="257175" y="414337"/>
                </a:lnTo>
                <a:lnTo>
                  <a:pt x="253805" y="431017"/>
                </a:lnTo>
                <a:lnTo>
                  <a:pt x="244617" y="444642"/>
                </a:lnTo>
                <a:lnTo>
                  <a:pt x="230992" y="453830"/>
                </a:lnTo>
                <a:lnTo>
                  <a:pt x="214312" y="457200"/>
                </a:lnTo>
                <a:close/>
              </a:path>
              <a:path h="457200" w="571500">
                <a:moveTo>
                  <a:pt x="500062" y="457200"/>
                </a:moveTo>
                <a:lnTo>
                  <a:pt x="357187" y="457200"/>
                </a:lnTo>
                <a:lnTo>
                  <a:pt x="340507" y="453830"/>
                </a:lnTo>
                <a:lnTo>
                  <a:pt x="326882" y="444642"/>
                </a:lnTo>
                <a:lnTo>
                  <a:pt x="317694" y="431017"/>
                </a:lnTo>
                <a:lnTo>
                  <a:pt x="314325" y="414337"/>
                </a:lnTo>
                <a:lnTo>
                  <a:pt x="314325" y="328612"/>
                </a:lnTo>
                <a:lnTo>
                  <a:pt x="317694" y="311932"/>
                </a:lnTo>
                <a:lnTo>
                  <a:pt x="326882" y="298307"/>
                </a:lnTo>
                <a:lnTo>
                  <a:pt x="340507" y="289119"/>
                </a:lnTo>
                <a:lnTo>
                  <a:pt x="357187" y="285750"/>
                </a:lnTo>
                <a:lnTo>
                  <a:pt x="500062" y="285750"/>
                </a:lnTo>
                <a:lnTo>
                  <a:pt x="516742" y="289119"/>
                </a:lnTo>
                <a:lnTo>
                  <a:pt x="530367" y="298307"/>
                </a:lnTo>
                <a:lnTo>
                  <a:pt x="539555" y="311932"/>
                </a:lnTo>
                <a:lnTo>
                  <a:pt x="542925" y="328612"/>
                </a:lnTo>
                <a:lnTo>
                  <a:pt x="542925" y="342900"/>
                </a:lnTo>
                <a:lnTo>
                  <a:pt x="371475" y="342900"/>
                </a:lnTo>
                <a:lnTo>
                  <a:pt x="371475" y="400050"/>
                </a:lnTo>
                <a:lnTo>
                  <a:pt x="542925" y="400050"/>
                </a:lnTo>
                <a:lnTo>
                  <a:pt x="542925" y="414337"/>
                </a:lnTo>
                <a:lnTo>
                  <a:pt x="539555" y="431017"/>
                </a:lnTo>
                <a:lnTo>
                  <a:pt x="530367" y="444642"/>
                </a:lnTo>
                <a:lnTo>
                  <a:pt x="516742" y="453830"/>
                </a:lnTo>
                <a:lnTo>
                  <a:pt x="500062" y="457200"/>
                </a:lnTo>
                <a:close/>
              </a:path>
              <a:path h="457200" w="571500">
                <a:moveTo>
                  <a:pt x="257175" y="400050"/>
                </a:moveTo>
                <a:lnTo>
                  <a:pt x="200025" y="400050"/>
                </a:lnTo>
                <a:lnTo>
                  <a:pt x="200025" y="342900"/>
                </a:lnTo>
                <a:lnTo>
                  <a:pt x="257175" y="342900"/>
                </a:lnTo>
                <a:lnTo>
                  <a:pt x="257175" y="400050"/>
                </a:lnTo>
                <a:close/>
              </a:path>
              <a:path h="457200" w="571500">
                <a:moveTo>
                  <a:pt x="542925" y="400050"/>
                </a:moveTo>
                <a:lnTo>
                  <a:pt x="485775" y="400050"/>
                </a:lnTo>
                <a:lnTo>
                  <a:pt x="485775" y="342900"/>
                </a:lnTo>
                <a:lnTo>
                  <a:pt x="542925" y="342900"/>
                </a:lnTo>
                <a:lnTo>
                  <a:pt x="542925" y="400050"/>
                </a:lnTo>
                <a:close/>
              </a:path>
            </a:pathLst>
          </a:custGeom>
          <a:solidFill>
            <a:srgbClr val="6A728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81632" y="4391084"/>
            <a:ext cx="343535" cy="342900"/>
          </a:xfrm>
          <a:custGeom>
            <a:avLst/>
            <a:gdLst/>
            <a:ahLst/>
            <a:cxnLst/>
            <a:rect b="b" l="l" r="r" t="t"/>
            <a:pathLst>
              <a:path h="342900" w="343535">
                <a:moveTo>
                  <a:pt x="255247" y="171206"/>
                </a:moveTo>
                <a:lnTo>
                  <a:pt x="249071" y="169649"/>
                </a:lnTo>
                <a:lnTo>
                  <a:pt x="241034" y="166300"/>
                </a:lnTo>
                <a:lnTo>
                  <a:pt x="235810" y="158531"/>
                </a:lnTo>
                <a:lnTo>
                  <a:pt x="235810" y="107096"/>
                </a:lnTo>
                <a:lnTo>
                  <a:pt x="21498" y="107096"/>
                </a:lnTo>
                <a:lnTo>
                  <a:pt x="13148" y="105414"/>
                </a:lnTo>
                <a:lnTo>
                  <a:pt x="6337" y="100826"/>
                </a:lnTo>
                <a:lnTo>
                  <a:pt x="1748" y="94014"/>
                </a:lnTo>
                <a:lnTo>
                  <a:pt x="66" y="85665"/>
                </a:lnTo>
                <a:lnTo>
                  <a:pt x="1748" y="77315"/>
                </a:lnTo>
                <a:lnTo>
                  <a:pt x="6337" y="70504"/>
                </a:lnTo>
                <a:lnTo>
                  <a:pt x="13148" y="65915"/>
                </a:lnTo>
                <a:lnTo>
                  <a:pt x="21498" y="64234"/>
                </a:lnTo>
                <a:lnTo>
                  <a:pt x="235810" y="64234"/>
                </a:lnTo>
                <a:lnTo>
                  <a:pt x="235810" y="12732"/>
                </a:lnTo>
                <a:lnTo>
                  <a:pt x="241034" y="4896"/>
                </a:lnTo>
                <a:lnTo>
                  <a:pt x="249071" y="1547"/>
                </a:lnTo>
                <a:lnTo>
                  <a:pt x="255247" y="0"/>
                </a:lnTo>
                <a:lnTo>
                  <a:pt x="261461" y="317"/>
                </a:lnTo>
                <a:lnTo>
                  <a:pt x="267323" y="2404"/>
                </a:lnTo>
                <a:lnTo>
                  <a:pt x="272444" y="6168"/>
                </a:lnTo>
                <a:lnTo>
                  <a:pt x="340756" y="74480"/>
                </a:lnTo>
                <a:lnTo>
                  <a:pt x="343033" y="79905"/>
                </a:lnTo>
                <a:lnTo>
                  <a:pt x="343033" y="91291"/>
                </a:lnTo>
                <a:lnTo>
                  <a:pt x="340756" y="96715"/>
                </a:lnTo>
                <a:lnTo>
                  <a:pt x="272444" y="165027"/>
                </a:lnTo>
                <a:lnTo>
                  <a:pt x="267323" y="168820"/>
                </a:lnTo>
                <a:lnTo>
                  <a:pt x="261461" y="170904"/>
                </a:lnTo>
                <a:lnTo>
                  <a:pt x="255247" y="171206"/>
                </a:lnTo>
                <a:close/>
              </a:path>
              <a:path h="342900" w="343535">
                <a:moveTo>
                  <a:pt x="87786" y="342780"/>
                </a:moveTo>
                <a:lnTo>
                  <a:pt x="2277" y="268299"/>
                </a:lnTo>
                <a:lnTo>
                  <a:pt x="0" y="262874"/>
                </a:lnTo>
                <a:lnTo>
                  <a:pt x="0" y="251489"/>
                </a:lnTo>
                <a:lnTo>
                  <a:pt x="70589" y="177752"/>
                </a:lnTo>
                <a:lnTo>
                  <a:pt x="87786" y="171574"/>
                </a:lnTo>
                <a:lnTo>
                  <a:pt x="93962" y="173131"/>
                </a:lnTo>
                <a:lnTo>
                  <a:pt x="101999" y="176480"/>
                </a:lnTo>
                <a:lnTo>
                  <a:pt x="107223" y="184249"/>
                </a:lnTo>
                <a:lnTo>
                  <a:pt x="107223" y="235818"/>
                </a:lnTo>
                <a:lnTo>
                  <a:pt x="322200" y="235818"/>
                </a:lnTo>
                <a:lnTo>
                  <a:pt x="329885" y="237365"/>
                </a:lnTo>
                <a:lnTo>
                  <a:pt x="336696" y="241954"/>
                </a:lnTo>
                <a:lnTo>
                  <a:pt x="341285" y="248765"/>
                </a:lnTo>
                <a:lnTo>
                  <a:pt x="342966" y="257115"/>
                </a:lnTo>
                <a:lnTo>
                  <a:pt x="341285" y="265464"/>
                </a:lnTo>
                <a:lnTo>
                  <a:pt x="336696" y="272276"/>
                </a:lnTo>
                <a:lnTo>
                  <a:pt x="329885" y="276864"/>
                </a:lnTo>
                <a:lnTo>
                  <a:pt x="321535" y="278546"/>
                </a:lnTo>
                <a:lnTo>
                  <a:pt x="107223" y="278546"/>
                </a:lnTo>
                <a:lnTo>
                  <a:pt x="107223" y="330048"/>
                </a:lnTo>
                <a:lnTo>
                  <a:pt x="101999" y="337884"/>
                </a:lnTo>
                <a:lnTo>
                  <a:pt x="93962" y="341233"/>
                </a:lnTo>
                <a:lnTo>
                  <a:pt x="87786" y="342780"/>
                </a:lnTo>
                <a:close/>
              </a:path>
              <a:path h="342900" w="343535">
                <a:moveTo>
                  <a:pt x="322200" y="235818"/>
                </a:moveTo>
                <a:lnTo>
                  <a:pt x="321535" y="235818"/>
                </a:lnTo>
                <a:lnTo>
                  <a:pt x="321535" y="235684"/>
                </a:lnTo>
                <a:lnTo>
                  <a:pt x="322200" y="235818"/>
                </a:lnTo>
                <a:close/>
              </a:path>
            </a:pathLst>
          </a:custGeom>
          <a:solidFill>
            <a:srgbClr val="9CA2AF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15100" y="4314825"/>
            <a:ext cx="457200" cy="400050"/>
          </a:xfrm>
          <a:custGeom>
            <a:avLst/>
            <a:gdLst/>
            <a:ahLst/>
            <a:cxnLst/>
            <a:rect b="b" l="l" r="r" t="t"/>
            <a:pathLst>
              <a:path h="400050" w="457200">
                <a:moveTo>
                  <a:pt x="400050" y="171450"/>
                </a:moveTo>
                <a:lnTo>
                  <a:pt x="57150" y="171450"/>
                </a:lnTo>
                <a:lnTo>
                  <a:pt x="34922" y="166953"/>
                </a:lnTo>
                <a:lnTo>
                  <a:pt x="16754" y="154695"/>
                </a:lnTo>
                <a:lnTo>
                  <a:pt x="4496" y="136527"/>
                </a:lnTo>
                <a:lnTo>
                  <a:pt x="0" y="114300"/>
                </a:lnTo>
                <a:lnTo>
                  <a:pt x="0" y="57150"/>
                </a:lnTo>
                <a:lnTo>
                  <a:pt x="4496" y="34922"/>
                </a:lnTo>
                <a:lnTo>
                  <a:pt x="16754" y="16754"/>
                </a:lnTo>
                <a:lnTo>
                  <a:pt x="34922" y="4496"/>
                </a:lnTo>
                <a:lnTo>
                  <a:pt x="57150" y="0"/>
                </a:lnTo>
                <a:lnTo>
                  <a:pt x="400050" y="0"/>
                </a:lnTo>
                <a:lnTo>
                  <a:pt x="422277" y="4496"/>
                </a:lnTo>
                <a:lnTo>
                  <a:pt x="440445" y="16754"/>
                </a:lnTo>
                <a:lnTo>
                  <a:pt x="452703" y="34922"/>
                </a:lnTo>
                <a:lnTo>
                  <a:pt x="457200" y="57150"/>
                </a:lnTo>
                <a:lnTo>
                  <a:pt x="457200" y="64293"/>
                </a:lnTo>
                <a:lnTo>
                  <a:pt x="304339" y="64293"/>
                </a:lnTo>
                <a:lnTo>
                  <a:pt x="301605" y="64837"/>
                </a:lnTo>
                <a:lnTo>
                  <a:pt x="285749" y="82883"/>
                </a:lnTo>
                <a:lnTo>
                  <a:pt x="285749" y="88566"/>
                </a:lnTo>
                <a:lnTo>
                  <a:pt x="304339" y="107156"/>
                </a:lnTo>
                <a:lnTo>
                  <a:pt x="457200" y="107156"/>
                </a:lnTo>
                <a:lnTo>
                  <a:pt x="457200" y="114300"/>
                </a:lnTo>
                <a:lnTo>
                  <a:pt x="452703" y="136527"/>
                </a:lnTo>
                <a:lnTo>
                  <a:pt x="440445" y="154695"/>
                </a:lnTo>
                <a:lnTo>
                  <a:pt x="422277" y="166953"/>
                </a:lnTo>
                <a:lnTo>
                  <a:pt x="400050" y="171450"/>
                </a:lnTo>
                <a:close/>
              </a:path>
              <a:path h="400050" w="457200">
                <a:moveTo>
                  <a:pt x="368633" y="107156"/>
                </a:moveTo>
                <a:lnTo>
                  <a:pt x="310023" y="107156"/>
                </a:lnTo>
                <a:lnTo>
                  <a:pt x="312756" y="106612"/>
                </a:lnTo>
                <a:lnTo>
                  <a:pt x="318008" y="104437"/>
                </a:lnTo>
                <a:lnTo>
                  <a:pt x="328612" y="88566"/>
                </a:lnTo>
                <a:lnTo>
                  <a:pt x="328612" y="82883"/>
                </a:lnTo>
                <a:lnTo>
                  <a:pt x="310023" y="64293"/>
                </a:lnTo>
                <a:lnTo>
                  <a:pt x="368633" y="64293"/>
                </a:lnTo>
                <a:lnTo>
                  <a:pt x="350043" y="82883"/>
                </a:lnTo>
                <a:lnTo>
                  <a:pt x="350043" y="88566"/>
                </a:lnTo>
                <a:lnTo>
                  <a:pt x="365899" y="106612"/>
                </a:lnTo>
                <a:lnTo>
                  <a:pt x="368633" y="107156"/>
                </a:lnTo>
                <a:close/>
              </a:path>
              <a:path h="400050" w="457200">
                <a:moveTo>
                  <a:pt x="457200" y="107156"/>
                </a:moveTo>
                <a:lnTo>
                  <a:pt x="374316" y="107156"/>
                </a:lnTo>
                <a:lnTo>
                  <a:pt x="377050" y="106612"/>
                </a:lnTo>
                <a:lnTo>
                  <a:pt x="382301" y="104437"/>
                </a:lnTo>
                <a:lnTo>
                  <a:pt x="392906" y="88566"/>
                </a:lnTo>
                <a:lnTo>
                  <a:pt x="392906" y="82883"/>
                </a:lnTo>
                <a:lnTo>
                  <a:pt x="374316" y="64293"/>
                </a:lnTo>
                <a:lnTo>
                  <a:pt x="457200" y="64293"/>
                </a:lnTo>
                <a:lnTo>
                  <a:pt x="457200" y="107156"/>
                </a:lnTo>
                <a:close/>
              </a:path>
              <a:path h="400050" w="457200">
                <a:moveTo>
                  <a:pt x="400050" y="400050"/>
                </a:moveTo>
                <a:lnTo>
                  <a:pt x="57150" y="400050"/>
                </a:lnTo>
                <a:lnTo>
                  <a:pt x="34922" y="395553"/>
                </a:lnTo>
                <a:lnTo>
                  <a:pt x="16754" y="383295"/>
                </a:lnTo>
                <a:lnTo>
                  <a:pt x="4496" y="365127"/>
                </a:lnTo>
                <a:lnTo>
                  <a:pt x="0" y="342900"/>
                </a:lnTo>
                <a:lnTo>
                  <a:pt x="0" y="285750"/>
                </a:lnTo>
                <a:lnTo>
                  <a:pt x="4496" y="263522"/>
                </a:lnTo>
                <a:lnTo>
                  <a:pt x="16754" y="245354"/>
                </a:lnTo>
                <a:lnTo>
                  <a:pt x="34922" y="233096"/>
                </a:lnTo>
                <a:lnTo>
                  <a:pt x="57150" y="228600"/>
                </a:lnTo>
                <a:lnTo>
                  <a:pt x="400050" y="228600"/>
                </a:lnTo>
                <a:lnTo>
                  <a:pt x="422277" y="233096"/>
                </a:lnTo>
                <a:lnTo>
                  <a:pt x="440445" y="245354"/>
                </a:lnTo>
                <a:lnTo>
                  <a:pt x="452703" y="263522"/>
                </a:lnTo>
                <a:lnTo>
                  <a:pt x="457200" y="285750"/>
                </a:lnTo>
                <a:lnTo>
                  <a:pt x="457200" y="292893"/>
                </a:lnTo>
                <a:lnTo>
                  <a:pt x="304339" y="292893"/>
                </a:lnTo>
                <a:lnTo>
                  <a:pt x="301605" y="293437"/>
                </a:lnTo>
                <a:lnTo>
                  <a:pt x="285749" y="311483"/>
                </a:lnTo>
                <a:lnTo>
                  <a:pt x="285749" y="317166"/>
                </a:lnTo>
                <a:lnTo>
                  <a:pt x="304339" y="335756"/>
                </a:lnTo>
                <a:lnTo>
                  <a:pt x="457200" y="335756"/>
                </a:lnTo>
                <a:lnTo>
                  <a:pt x="457200" y="342900"/>
                </a:lnTo>
                <a:lnTo>
                  <a:pt x="452703" y="365127"/>
                </a:lnTo>
                <a:lnTo>
                  <a:pt x="440445" y="383295"/>
                </a:lnTo>
                <a:lnTo>
                  <a:pt x="422277" y="395553"/>
                </a:lnTo>
                <a:lnTo>
                  <a:pt x="400050" y="400050"/>
                </a:lnTo>
                <a:close/>
              </a:path>
              <a:path h="400050" w="457200">
                <a:moveTo>
                  <a:pt x="375776" y="335756"/>
                </a:moveTo>
                <a:lnTo>
                  <a:pt x="310023" y="335756"/>
                </a:lnTo>
                <a:lnTo>
                  <a:pt x="312756" y="335212"/>
                </a:lnTo>
                <a:lnTo>
                  <a:pt x="318008" y="333037"/>
                </a:lnTo>
                <a:lnTo>
                  <a:pt x="328612" y="317166"/>
                </a:lnTo>
                <a:lnTo>
                  <a:pt x="328612" y="311483"/>
                </a:lnTo>
                <a:lnTo>
                  <a:pt x="310023" y="292893"/>
                </a:lnTo>
                <a:lnTo>
                  <a:pt x="375776" y="292893"/>
                </a:lnTo>
                <a:lnTo>
                  <a:pt x="357187" y="311483"/>
                </a:lnTo>
                <a:lnTo>
                  <a:pt x="357187" y="317166"/>
                </a:lnTo>
                <a:lnTo>
                  <a:pt x="373042" y="335212"/>
                </a:lnTo>
                <a:lnTo>
                  <a:pt x="375776" y="335756"/>
                </a:lnTo>
                <a:close/>
              </a:path>
              <a:path h="400050" w="457200">
                <a:moveTo>
                  <a:pt x="457200" y="335756"/>
                </a:moveTo>
                <a:lnTo>
                  <a:pt x="381460" y="335756"/>
                </a:lnTo>
                <a:lnTo>
                  <a:pt x="384194" y="335212"/>
                </a:lnTo>
                <a:lnTo>
                  <a:pt x="389445" y="333037"/>
                </a:lnTo>
                <a:lnTo>
                  <a:pt x="400049" y="317166"/>
                </a:lnTo>
                <a:lnTo>
                  <a:pt x="400049" y="311483"/>
                </a:lnTo>
                <a:lnTo>
                  <a:pt x="381460" y="292893"/>
                </a:lnTo>
                <a:lnTo>
                  <a:pt x="457200" y="292893"/>
                </a:lnTo>
                <a:lnTo>
                  <a:pt x="457200" y="335756"/>
                </a:lnTo>
                <a:close/>
              </a:path>
            </a:pathLst>
          </a:custGeom>
          <a:solidFill>
            <a:srgbClr val="6A728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211316" y="6330949"/>
            <a:ext cx="1769745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IT</a:t>
            </a:r>
            <a:r>
              <a:rPr dirty="0" spc="-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Operations - </a:t>
            </a:r>
            <a:r>
              <a:rPr dirty="0" spc="-10" sz="1200">
                <a:solidFill>
                  <a:srgbClr val="6A7280"/>
                </a:solidFill>
                <a:latin typeface="Segoe UI"/>
                <a:cs typeface="Segoe UI"/>
              </a:rPr>
              <a:t>7/18/2025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7" name="object 17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18" name="object 18"/>
            <p:cNvSpPr/>
            <p:nvPr/>
          </p:nvSpPr>
          <p:spPr>
            <a:xfrm>
              <a:off x="0" y="6629399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9" name="object 19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20" name="object 20"/>
            <p:cNvPicPr/>
            <p:nvPr/>
          </p:nvPicPr>
          <p:blipFill>
            <a:blip cstate="print" r:embed="rId2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1" name="object 21"/>
          <p:cNvSpPr txBox="1"/>
          <p:nvPr/>
        </p:nvSpPr>
        <p:spPr>
          <a:xfrm>
            <a:off x="10837018" y="6426199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>
                <a:latin typeface="Segoe UI"/>
              </a:rPr>
              <a:t>PreethamArun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0315" y="775096"/>
            <a:ext cx="332740" cy="278765"/>
          </a:xfrm>
          <a:custGeom>
            <a:avLst/>
            <a:gdLst/>
            <a:ahLst/>
            <a:cxnLst/>
            <a:rect b="b" l="l" r="r" t="t"/>
            <a:pathLst>
              <a:path h="278765" w="332740">
                <a:moveTo>
                  <a:pt x="36409" y="64293"/>
                </a:moveTo>
                <a:lnTo>
                  <a:pt x="27883" y="64293"/>
                </a:lnTo>
                <a:lnTo>
                  <a:pt x="23783" y="63478"/>
                </a:lnTo>
                <a:lnTo>
                  <a:pt x="0" y="36409"/>
                </a:lnTo>
                <a:lnTo>
                  <a:pt x="0" y="27883"/>
                </a:lnTo>
                <a:lnTo>
                  <a:pt x="27883" y="0"/>
                </a:lnTo>
                <a:lnTo>
                  <a:pt x="36409" y="0"/>
                </a:lnTo>
                <a:lnTo>
                  <a:pt x="64293" y="27883"/>
                </a:lnTo>
                <a:lnTo>
                  <a:pt x="64293" y="36409"/>
                </a:lnTo>
                <a:lnTo>
                  <a:pt x="36409" y="64293"/>
                </a:lnTo>
                <a:close/>
              </a:path>
              <a:path h="278765" w="332740">
                <a:moveTo>
                  <a:pt x="310753" y="53578"/>
                </a:moveTo>
                <a:lnTo>
                  <a:pt x="117871" y="53578"/>
                </a:lnTo>
                <a:lnTo>
                  <a:pt x="109522" y="51896"/>
                </a:lnTo>
                <a:lnTo>
                  <a:pt x="102710" y="47307"/>
                </a:lnTo>
                <a:lnTo>
                  <a:pt x="98122" y="40496"/>
                </a:lnTo>
                <a:lnTo>
                  <a:pt x="96440" y="32146"/>
                </a:lnTo>
                <a:lnTo>
                  <a:pt x="98122" y="23797"/>
                </a:lnTo>
                <a:lnTo>
                  <a:pt x="102710" y="16985"/>
                </a:lnTo>
                <a:lnTo>
                  <a:pt x="109522" y="12397"/>
                </a:lnTo>
                <a:lnTo>
                  <a:pt x="117871" y="10715"/>
                </a:lnTo>
                <a:lnTo>
                  <a:pt x="310753" y="10715"/>
                </a:lnTo>
                <a:lnTo>
                  <a:pt x="319102" y="12397"/>
                </a:lnTo>
                <a:lnTo>
                  <a:pt x="325914" y="16985"/>
                </a:lnTo>
                <a:lnTo>
                  <a:pt x="330502" y="23797"/>
                </a:lnTo>
                <a:lnTo>
                  <a:pt x="332184" y="32146"/>
                </a:lnTo>
                <a:lnTo>
                  <a:pt x="330502" y="40496"/>
                </a:lnTo>
                <a:lnTo>
                  <a:pt x="325914" y="47307"/>
                </a:lnTo>
                <a:lnTo>
                  <a:pt x="319102" y="51896"/>
                </a:lnTo>
                <a:lnTo>
                  <a:pt x="310753" y="53578"/>
                </a:lnTo>
                <a:close/>
              </a:path>
              <a:path h="278765" w="332740">
                <a:moveTo>
                  <a:pt x="310753" y="160734"/>
                </a:moveTo>
                <a:lnTo>
                  <a:pt x="117871" y="160734"/>
                </a:lnTo>
                <a:lnTo>
                  <a:pt x="109522" y="159052"/>
                </a:lnTo>
                <a:lnTo>
                  <a:pt x="102710" y="154464"/>
                </a:lnTo>
                <a:lnTo>
                  <a:pt x="98122" y="147652"/>
                </a:lnTo>
                <a:lnTo>
                  <a:pt x="96440" y="139303"/>
                </a:lnTo>
                <a:lnTo>
                  <a:pt x="98122" y="130953"/>
                </a:lnTo>
                <a:lnTo>
                  <a:pt x="102710" y="124142"/>
                </a:lnTo>
                <a:lnTo>
                  <a:pt x="109522" y="119553"/>
                </a:lnTo>
                <a:lnTo>
                  <a:pt x="117871" y="117871"/>
                </a:lnTo>
                <a:lnTo>
                  <a:pt x="310753" y="117871"/>
                </a:lnTo>
                <a:lnTo>
                  <a:pt x="319102" y="119553"/>
                </a:lnTo>
                <a:lnTo>
                  <a:pt x="325914" y="124142"/>
                </a:lnTo>
                <a:lnTo>
                  <a:pt x="330502" y="130953"/>
                </a:lnTo>
                <a:lnTo>
                  <a:pt x="332184" y="139303"/>
                </a:lnTo>
                <a:lnTo>
                  <a:pt x="330502" y="147652"/>
                </a:lnTo>
                <a:lnTo>
                  <a:pt x="325914" y="154464"/>
                </a:lnTo>
                <a:lnTo>
                  <a:pt x="319102" y="159052"/>
                </a:lnTo>
                <a:lnTo>
                  <a:pt x="310753" y="160734"/>
                </a:lnTo>
                <a:close/>
              </a:path>
              <a:path h="278765" w="332740">
                <a:moveTo>
                  <a:pt x="310753" y="267890"/>
                </a:moveTo>
                <a:lnTo>
                  <a:pt x="117871" y="267890"/>
                </a:lnTo>
                <a:lnTo>
                  <a:pt x="109522" y="266208"/>
                </a:lnTo>
                <a:lnTo>
                  <a:pt x="102710" y="261620"/>
                </a:lnTo>
                <a:lnTo>
                  <a:pt x="98122" y="254808"/>
                </a:lnTo>
                <a:lnTo>
                  <a:pt x="96440" y="246459"/>
                </a:lnTo>
                <a:lnTo>
                  <a:pt x="98122" y="238109"/>
                </a:lnTo>
                <a:lnTo>
                  <a:pt x="102710" y="231298"/>
                </a:lnTo>
                <a:lnTo>
                  <a:pt x="109522" y="226709"/>
                </a:lnTo>
                <a:lnTo>
                  <a:pt x="117871" y="225028"/>
                </a:lnTo>
                <a:lnTo>
                  <a:pt x="310753" y="225028"/>
                </a:lnTo>
                <a:lnTo>
                  <a:pt x="319102" y="226709"/>
                </a:lnTo>
                <a:lnTo>
                  <a:pt x="325914" y="231298"/>
                </a:lnTo>
                <a:lnTo>
                  <a:pt x="330502" y="238109"/>
                </a:lnTo>
                <a:lnTo>
                  <a:pt x="332184" y="246459"/>
                </a:lnTo>
                <a:lnTo>
                  <a:pt x="330502" y="254808"/>
                </a:lnTo>
                <a:lnTo>
                  <a:pt x="325914" y="261620"/>
                </a:lnTo>
                <a:lnTo>
                  <a:pt x="319102" y="266208"/>
                </a:lnTo>
                <a:lnTo>
                  <a:pt x="310753" y="267890"/>
                </a:lnTo>
                <a:close/>
              </a:path>
              <a:path h="278765" w="332740">
                <a:moveTo>
                  <a:pt x="36409" y="278606"/>
                </a:moveTo>
                <a:lnTo>
                  <a:pt x="27883" y="278606"/>
                </a:lnTo>
                <a:lnTo>
                  <a:pt x="23783" y="277790"/>
                </a:lnTo>
                <a:lnTo>
                  <a:pt x="0" y="250722"/>
                </a:lnTo>
                <a:lnTo>
                  <a:pt x="0" y="242196"/>
                </a:lnTo>
                <a:lnTo>
                  <a:pt x="27883" y="214312"/>
                </a:lnTo>
                <a:lnTo>
                  <a:pt x="36409" y="214312"/>
                </a:lnTo>
                <a:lnTo>
                  <a:pt x="64293" y="242196"/>
                </a:lnTo>
                <a:lnTo>
                  <a:pt x="64293" y="250722"/>
                </a:lnTo>
                <a:lnTo>
                  <a:pt x="36409" y="278606"/>
                </a:lnTo>
                <a:close/>
              </a:path>
              <a:path h="278765" w="332740">
                <a:moveTo>
                  <a:pt x="36409" y="171449"/>
                </a:moveTo>
                <a:lnTo>
                  <a:pt x="27883" y="171449"/>
                </a:lnTo>
                <a:lnTo>
                  <a:pt x="23783" y="170634"/>
                </a:lnTo>
                <a:lnTo>
                  <a:pt x="0" y="143566"/>
                </a:lnTo>
                <a:lnTo>
                  <a:pt x="0" y="135040"/>
                </a:lnTo>
                <a:lnTo>
                  <a:pt x="27883" y="107156"/>
                </a:lnTo>
                <a:lnTo>
                  <a:pt x="36409" y="107156"/>
                </a:lnTo>
                <a:lnTo>
                  <a:pt x="64293" y="135040"/>
                </a:lnTo>
                <a:lnTo>
                  <a:pt x="64293" y="143566"/>
                </a:lnTo>
                <a:lnTo>
                  <a:pt x="36409" y="1714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55575" vert="horz" wrap="square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dirty="0" spc="-25" sz="2700"/>
              <a:t>Table</a:t>
            </a:r>
            <a:r>
              <a:rPr dirty="0" spc="-100" sz="2700"/>
              <a:t> </a:t>
            </a:r>
            <a:r>
              <a:rPr dirty="0" sz="2700"/>
              <a:t>of</a:t>
            </a:r>
            <a:r>
              <a:rPr dirty="0" spc="-100" sz="2700"/>
              <a:t> </a:t>
            </a:r>
            <a:r>
              <a:rPr dirty="0" spc="-10" sz="2700"/>
              <a:t>Contents</a:t>
            </a:r>
            <a:endParaRPr sz="2700"/>
          </a:p>
        </p:txBody>
      </p:sp>
      <p:sp>
        <p:nvSpPr>
          <p:cNvPr id="4" name="object 4"/>
          <p:cNvSpPr/>
          <p:nvPr/>
        </p:nvSpPr>
        <p:spPr>
          <a:xfrm>
            <a:off x="914399" y="15620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7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5" name="object 5"/>
          <p:cNvSpPr/>
          <p:nvPr/>
        </p:nvSpPr>
        <p:spPr>
          <a:xfrm>
            <a:off x="914399" y="21716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6" name="object 6"/>
          <p:cNvSpPr/>
          <p:nvPr/>
        </p:nvSpPr>
        <p:spPr>
          <a:xfrm>
            <a:off x="914399" y="27812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5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5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7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7" name="object 7"/>
          <p:cNvSpPr/>
          <p:nvPr/>
        </p:nvSpPr>
        <p:spPr>
          <a:xfrm>
            <a:off x="914399" y="33908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1"/>
                </a:lnTo>
                <a:lnTo>
                  <a:pt x="55796" y="55795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5"/>
                </a:lnTo>
                <a:lnTo>
                  <a:pt x="353904" y="92571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8" name="object 8"/>
          <p:cNvSpPr/>
          <p:nvPr/>
        </p:nvSpPr>
        <p:spPr>
          <a:xfrm>
            <a:off x="914399" y="40004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9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9" name="object 9"/>
          <p:cNvSpPr/>
          <p:nvPr/>
        </p:nvSpPr>
        <p:spPr>
          <a:xfrm>
            <a:off x="914399" y="46100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8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1"/>
                </a:lnTo>
                <a:lnTo>
                  <a:pt x="8200" y="135199"/>
                </a:lnTo>
                <a:lnTo>
                  <a:pt x="27095" y="92572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2"/>
                </a:lnTo>
                <a:lnTo>
                  <a:pt x="372799" y="135199"/>
                </a:lnTo>
                <a:lnTo>
                  <a:pt x="380771" y="181141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0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0" name="object 10"/>
          <p:cNvSpPr/>
          <p:nvPr/>
        </p:nvSpPr>
        <p:spPr>
          <a:xfrm>
            <a:off x="914399" y="52196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9"/>
                </a:lnTo>
                <a:lnTo>
                  <a:pt x="100697" y="358507"/>
                </a:lnTo>
                <a:lnTo>
                  <a:pt x="62575" y="331658"/>
                </a:lnTo>
                <a:lnTo>
                  <a:pt x="32104" y="296335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0"/>
                </a:lnTo>
                <a:lnTo>
                  <a:pt x="8200" y="135199"/>
                </a:lnTo>
                <a:lnTo>
                  <a:pt x="27095" y="92571"/>
                </a:lnTo>
                <a:lnTo>
                  <a:pt x="55796" y="55796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6"/>
                </a:lnTo>
                <a:lnTo>
                  <a:pt x="353904" y="92571"/>
                </a:lnTo>
                <a:lnTo>
                  <a:pt x="372799" y="135199"/>
                </a:lnTo>
                <a:lnTo>
                  <a:pt x="380771" y="181140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9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9"/>
                </a:lnTo>
                <a:lnTo>
                  <a:pt x="199858" y="380771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1" name="object 11"/>
          <p:cNvSpPr/>
          <p:nvPr/>
        </p:nvSpPr>
        <p:spPr>
          <a:xfrm>
            <a:off x="914399" y="5829299"/>
            <a:ext cx="381000" cy="381000"/>
          </a:xfrm>
          <a:custGeom>
            <a:avLst/>
            <a:gdLst/>
            <a:ahLst/>
            <a:cxnLst/>
            <a:rect b="b" l="l" r="r" t="t"/>
            <a:pathLst>
              <a:path h="381000" w="381000">
                <a:moveTo>
                  <a:pt x="190499" y="380999"/>
                </a:moveTo>
                <a:lnTo>
                  <a:pt x="144200" y="375288"/>
                </a:lnTo>
                <a:lnTo>
                  <a:pt x="100697" y="358507"/>
                </a:lnTo>
                <a:lnTo>
                  <a:pt x="62575" y="331658"/>
                </a:lnTo>
                <a:lnTo>
                  <a:pt x="32104" y="296334"/>
                </a:lnTo>
                <a:lnTo>
                  <a:pt x="11130" y="254666"/>
                </a:lnTo>
                <a:lnTo>
                  <a:pt x="914" y="209172"/>
                </a:lnTo>
                <a:lnTo>
                  <a:pt x="0" y="190499"/>
                </a:lnTo>
                <a:lnTo>
                  <a:pt x="228" y="181140"/>
                </a:lnTo>
                <a:lnTo>
                  <a:pt x="8200" y="135198"/>
                </a:lnTo>
                <a:lnTo>
                  <a:pt x="27095" y="92571"/>
                </a:lnTo>
                <a:lnTo>
                  <a:pt x="55796" y="55795"/>
                </a:lnTo>
                <a:lnTo>
                  <a:pt x="92572" y="27095"/>
                </a:lnTo>
                <a:lnTo>
                  <a:pt x="135200" y="8200"/>
                </a:lnTo>
                <a:lnTo>
                  <a:pt x="181141" y="228"/>
                </a:lnTo>
                <a:lnTo>
                  <a:pt x="190499" y="0"/>
                </a:lnTo>
                <a:lnTo>
                  <a:pt x="199858" y="228"/>
                </a:lnTo>
                <a:lnTo>
                  <a:pt x="245799" y="8200"/>
                </a:lnTo>
                <a:lnTo>
                  <a:pt x="288427" y="27095"/>
                </a:lnTo>
                <a:lnTo>
                  <a:pt x="325203" y="55795"/>
                </a:lnTo>
                <a:lnTo>
                  <a:pt x="353904" y="92571"/>
                </a:lnTo>
                <a:lnTo>
                  <a:pt x="372799" y="135198"/>
                </a:lnTo>
                <a:lnTo>
                  <a:pt x="380771" y="181140"/>
                </a:lnTo>
                <a:lnTo>
                  <a:pt x="380999" y="190499"/>
                </a:lnTo>
                <a:lnTo>
                  <a:pt x="380771" y="199858"/>
                </a:lnTo>
                <a:lnTo>
                  <a:pt x="372799" y="245798"/>
                </a:lnTo>
                <a:lnTo>
                  <a:pt x="353904" y="288426"/>
                </a:lnTo>
                <a:lnTo>
                  <a:pt x="325203" y="325203"/>
                </a:lnTo>
                <a:lnTo>
                  <a:pt x="288427" y="353903"/>
                </a:lnTo>
                <a:lnTo>
                  <a:pt x="245799" y="372798"/>
                </a:lnTo>
                <a:lnTo>
                  <a:pt x="199858" y="380770"/>
                </a:lnTo>
                <a:lnTo>
                  <a:pt x="190499" y="380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1037282" y="1625600"/>
            <a:ext cx="3695065" cy="452120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indent="-397510" marL="410209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Overview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6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20" sz="150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dirty="0" spc="-6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dirty="0" spc="-5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6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Windows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Event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Viewer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SNMP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Using</a:t>
            </a:r>
            <a:r>
              <a:rPr dirty="0" spc="-5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Third-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Party</a:t>
            </a:r>
            <a:r>
              <a:rPr dirty="0" spc="-5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4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pc="-25" sz="1500">
                <a:solidFill>
                  <a:srgbClr val="333333"/>
                </a:solidFill>
                <a:latin typeface="Segoe UI"/>
                <a:cs typeface="Segoe UI"/>
              </a:rPr>
              <a:t>Step-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by-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Step:</a:t>
            </a:r>
            <a:r>
              <a:rPr dirty="0" spc="-4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Disabling</a:t>
            </a:r>
            <a:r>
              <a:rPr dirty="0" spc="-4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r>
              <a:rPr dirty="0" spc="-4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Ports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Troubleshooting</a:t>
            </a:r>
            <a:endParaRPr sz="150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0"/>
              </a:spcBef>
              <a:buClr>
                <a:srgbClr val="FFFFFF"/>
              </a:buClr>
              <a:buFont typeface="Segoe UI"/>
              <a:buAutoNum type="arabicPlain"/>
            </a:pPr>
            <a:endParaRPr sz="1500">
              <a:latin typeface="Segoe UI"/>
              <a:cs typeface="Segoe UI"/>
            </a:endParaRPr>
          </a:p>
          <a:p>
            <a:pPr indent="-397510" marL="410209">
              <a:lnSpc>
                <a:spcPct val="100000"/>
              </a:lnSpc>
              <a:spcBef>
                <a:spcPts val="5"/>
              </a:spcBef>
              <a:buClr>
                <a:srgbClr val="FFFFFF"/>
              </a:buClr>
              <a:buFont typeface="Segoe UI"/>
              <a:buAutoNum type="arabicPlain"/>
              <a:tabLst>
                <a:tab algn="l" pos="410209"/>
              </a:tabLst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Summary</a:t>
            </a:r>
            <a:r>
              <a:rPr dirty="0" spc="-2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2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Best</a:t>
            </a:r>
            <a:r>
              <a:rPr dirty="0" spc="-1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Practices</a:t>
            </a:r>
            <a:endParaRPr sz="1500">
              <a:latin typeface="Segoe UI"/>
              <a:cs typeface="Segoe U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997747" y="6330949"/>
            <a:ext cx="2196465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Ports</a:t>
            </a:r>
            <a:r>
              <a:rPr dirty="0" spc="-4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Reference:</a:t>
            </a:r>
            <a:r>
              <a:rPr dirty="0" spc="-40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8080,</a:t>
            </a:r>
            <a:r>
              <a:rPr dirty="0" spc="-4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7070,</a:t>
            </a:r>
            <a:r>
              <a:rPr dirty="0" spc="-40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443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15" name="object 15"/>
            <p:cNvSpPr/>
            <p:nvPr/>
          </p:nvSpPr>
          <p:spPr>
            <a:xfrm>
              <a:off x="0" y="6629399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17" name="object 17"/>
            <p:cNvPicPr/>
            <p:nvPr/>
          </p:nvPicPr>
          <p:blipFill>
            <a:blip cstate="print" r:embed="rId2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18" name="object 18"/>
          <p:cNvSpPr txBox="1"/>
          <p:nvPr/>
        </p:nvSpPr>
        <p:spPr>
          <a:xfrm>
            <a:off x="10837018" y="6426199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 sz="900">
                <a:solidFill>
                  <a:srgbClr val="FFFFFF"/>
                </a:solidFill>
                <a:latin typeface="Segoe UI"/>
                <a:cs typeface="Segoe UI"/>
              </a:rPr>
              <a:t>PreethamArun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742949"/>
            <a:ext cx="342900" cy="342900"/>
          </a:xfrm>
          <a:custGeom>
            <a:avLst/>
            <a:gdLst/>
            <a:ahLst/>
            <a:cxnLst/>
            <a:rect b="b" l="l" r="r" t="t"/>
            <a:pathLst>
              <a:path h="342900" w="342900">
                <a:moveTo>
                  <a:pt x="171449" y="342899"/>
                </a:moveTo>
                <a:lnTo>
                  <a:pt x="129780" y="337760"/>
                </a:lnTo>
                <a:lnTo>
                  <a:pt x="90628" y="322657"/>
                </a:lnTo>
                <a:lnTo>
                  <a:pt x="56318" y="298493"/>
                </a:lnTo>
                <a:lnTo>
                  <a:pt x="28894" y="266702"/>
                </a:lnTo>
                <a:lnTo>
                  <a:pt x="10017" y="229200"/>
                </a:lnTo>
                <a:lnTo>
                  <a:pt x="823" y="188255"/>
                </a:lnTo>
                <a:lnTo>
                  <a:pt x="86" y="174999"/>
                </a:lnTo>
                <a:lnTo>
                  <a:pt x="0" y="171449"/>
                </a:lnTo>
                <a:lnTo>
                  <a:pt x="5139" y="129780"/>
                </a:lnTo>
                <a:lnTo>
                  <a:pt x="20242" y="90628"/>
                </a:lnTo>
                <a:lnTo>
                  <a:pt x="44406" y="56318"/>
                </a:lnTo>
                <a:lnTo>
                  <a:pt x="76197" y="28894"/>
                </a:lnTo>
                <a:lnTo>
                  <a:pt x="113699" y="10017"/>
                </a:lnTo>
                <a:lnTo>
                  <a:pt x="154644" y="823"/>
                </a:lnTo>
                <a:lnTo>
                  <a:pt x="171449" y="0"/>
                </a:lnTo>
                <a:lnTo>
                  <a:pt x="179872" y="205"/>
                </a:lnTo>
                <a:lnTo>
                  <a:pt x="221219" y="7380"/>
                </a:lnTo>
                <a:lnTo>
                  <a:pt x="259584" y="24386"/>
                </a:lnTo>
                <a:lnTo>
                  <a:pt x="292683" y="50216"/>
                </a:lnTo>
                <a:lnTo>
                  <a:pt x="318513" y="83315"/>
                </a:lnTo>
                <a:lnTo>
                  <a:pt x="319879" y="85724"/>
                </a:lnTo>
                <a:lnTo>
                  <a:pt x="168608" y="85724"/>
                </a:lnTo>
                <a:lnTo>
                  <a:pt x="165874" y="86268"/>
                </a:lnTo>
                <a:lnTo>
                  <a:pt x="150018" y="104314"/>
                </a:lnTo>
                <a:lnTo>
                  <a:pt x="150018" y="109998"/>
                </a:lnTo>
                <a:lnTo>
                  <a:pt x="168608" y="128587"/>
                </a:lnTo>
                <a:lnTo>
                  <a:pt x="337430" y="128587"/>
                </a:lnTo>
                <a:lnTo>
                  <a:pt x="337760" y="129780"/>
                </a:lnTo>
                <a:lnTo>
                  <a:pt x="339605" y="138001"/>
                </a:lnTo>
                <a:lnTo>
                  <a:pt x="341046" y="146302"/>
                </a:lnTo>
                <a:lnTo>
                  <a:pt x="341505" y="150018"/>
                </a:lnTo>
                <a:lnTo>
                  <a:pt x="135753" y="150018"/>
                </a:lnTo>
                <a:lnTo>
                  <a:pt x="128587" y="157184"/>
                </a:lnTo>
                <a:lnTo>
                  <a:pt x="128587" y="174999"/>
                </a:lnTo>
                <a:lnTo>
                  <a:pt x="135753" y="182165"/>
                </a:lnTo>
                <a:lnTo>
                  <a:pt x="160734" y="182165"/>
                </a:lnTo>
                <a:lnTo>
                  <a:pt x="160734" y="225028"/>
                </a:lnTo>
                <a:lnTo>
                  <a:pt x="135753" y="225028"/>
                </a:lnTo>
                <a:lnTo>
                  <a:pt x="128587" y="232194"/>
                </a:lnTo>
                <a:lnTo>
                  <a:pt x="128587" y="250008"/>
                </a:lnTo>
                <a:lnTo>
                  <a:pt x="135753" y="257174"/>
                </a:lnTo>
                <a:lnTo>
                  <a:pt x="319879" y="257174"/>
                </a:lnTo>
                <a:lnTo>
                  <a:pt x="318513" y="259584"/>
                </a:lnTo>
                <a:lnTo>
                  <a:pt x="292683" y="292683"/>
                </a:lnTo>
                <a:lnTo>
                  <a:pt x="259584" y="318513"/>
                </a:lnTo>
                <a:lnTo>
                  <a:pt x="221219" y="335519"/>
                </a:lnTo>
                <a:lnTo>
                  <a:pt x="179872" y="342694"/>
                </a:lnTo>
                <a:lnTo>
                  <a:pt x="171449" y="342899"/>
                </a:lnTo>
                <a:close/>
              </a:path>
              <a:path h="342900" w="342900">
                <a:moveTo>
                  <a:pt x="337430" y="128587"/>
                </a:moveTo>
                <a:lnTo>
                  <a:pt x="174291" y="128587"/>
                </a:lnTo>
                <a:lnTo>
                  <a:pt x="177025" y="128043"/>
                </a:lnTo>
                <a:lnTo>
                  <a:pt x="182276" y="125868"/>
                </a:lnTo>
                <a:lnTo>
                  <a:pt x="192881" y="109998"/>
                </a:lnTo>
                <a:lnTo>
                  <a:pt x="192881" y="104314"/>
                </a:lnTo>
                <a:lnTo>
                  <a:pt x="174291" y="85724"/>
                </a:lnTo>
                <a:lnTo>
                  <a:pt x="319879" y="85724"/>
                </a:lnTo>
                <a:lnTo>
                  <a:pt x="335519" y="121680"/>
                </a:lnTo>
                <a:lnTo>
                  <a:pt x="337430" y="128587"/>
                </a:lnTo>
                <a:close/>
              </a:path>
              <a:path h="342900" w="342900">
                <a:moveTo>
                  <a:pt x="319879" y="257174"/>
                </a:moveTo>
                <a:lnTo>
                  <a:pt x="207146" y="257174"/>
                </a:lnTo>
                <a:lnTo>
                  <a:pt x="214312" y="250008"/>
                </a:lnTo>
                <a:lnTo>
                  <a:pt x="214312" y="232194"/>
                </a:lnTo>
                <a:lnTo>
                  <a:pt x="207146" y="225028"/>
                </a:lnTo>
                <a:lnTo>
                  <a:pt x="192881" y="225028"/>
                </a:lnTo>
                <a:lnTo>
                  <a:pt x="192881" y="157184"/>
                </a:lnTo>
                <a:lnTo>
                  <a:pt x="185715" y="150018"/>
                </a:lnTo>
                <a:lnTo>
                  <a:pt x="341505" y="150018"/>
                </a:lnTo>
                <a:lnTo>
                  <a:pt x="342076" y="154644"/>
                </a:lnTo>
                <a:lnTo>
                  <a:pt x="342694" y="163027"/>
                </a:lnTo>
                <a:lnTo>
                  <a:pt x="342694" y="179872"/>
                </a:lnTo>
                <a:lnTo>
                  <a:pt x="342076" y="188255"/>
                </a:lnTo>
                <a:lnTo>
                  <a:pt x="332882" y="229200"/>
                </a:lnTo>
                <a:lnTo>
                  <a:pt x="322657" y="252271"/>
                </a:lnTo>
                <a:lnTo>
                  <a:pt x="319879" y="257174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55575" vert="horz" wrap="square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dirty="0" spc="-10" sz="2700"/>
              <a:t>Overview</a:t>
            </a:r>
            <a:endParaRPr sz="2700"/>
          </a:p>
        </p:txBody>
      </p:sp>
      <p:pic>
        <p:nvPicPr>
          <p:cNvPr id="4" name="object 4"/>
          <p:cNvPicPr/>
          <p:nvPr/>
        </p:nvPicPr>
        <p:blipFill>
          <a:blip cstate="print" r:embed="rId2"/>
          <a:stretch>
            <a:fillRect/>
          </a:stretch>
        </p:blipFill>
        <p:spPr>
          <a:xfrm>
            <a:off x="609599" y="1485899"/>
            <a:ext cx="609599" cy="60959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idx="1" type="body"/>
          </p:nvPr>
        </p:nvSpPr>
        <p:spPr>
          <a:prstGeom prst="rect"/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10"/>
              <a:t>Objective</a:t>
            </a:r>
          </a:p>
          <a:p>
            <a:pPr marL="12700" marR="5080">
              <a:lnSpc>
                <a:spcPct val="116700"/>
              </a:lnSpc>
              <a:spcBef>
                <a:spcPts val="840"/>
              </a:spcBef>
            </a:pPr>
            <a:r>
              <a:rPr dirty="0" sz="1500">
                <a:solidFill>
                  <a:srgbClr val="333333"/>
                </a:solidFill>
              </a:rPr>
              <a:t>Detail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the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steps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to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stop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port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down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alerts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for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ports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8080,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7070,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and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443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on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Windows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Server,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preventing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unnecessary </a:t>
            </a:r>
            <a:r>
              <a:rPr dirty="0" sz="1500">
                <a:solidFill>
                  <a:srgbClr val="333333"/>
                </a:solidFill>
              </a:rPr>
              <a:t>notifications</a:t>
            </a:r>
            <a:r>
              <a:rPr dirty="0" spc="-5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while</a:t>
            </a:r>
            <a:r>
              <a:rPr dirty="0" spc="-5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maintaining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critical</a:t>
            </a:r>
            <a:r>
              <a:rPr dirty="0" spc="-5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system</a:t>
            </a:r>
            <a:r>
              <a:rPr dirty="0" spc="-50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monitoring.</a:t>
            </a:r>
            <a:endParaRPr sz="1500"/>
          </a:p>
          <a:p>
            <a:pPr>
              <a:lnSpc>
                <a:spcPct val="100000"/>
              </a:lnSpc>
              <a:spcBef>
                <a:spcPts val="700"/>
              </a:spcBef>
            </a:pPr>
            <a:endParaRPr sz="1500"/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pc="-10"/>
              <a:t>Scope</a:t>
            </a:r>
          </a:p>
          <a:p>
            <a:pPr marL="12700" marR="525780">
              <a:lnSpc>
                <a:spcPct val="116700"/>
              </a:lnSpc>
              <a:spcBef>
                <a:spcPts val="835"/>
              </a:spcBef>
            </a:pPr>
            <a:r>
              <a:rPr dirty="0" sz="1500">
                <a:solidFill>
                  <a:srgbClr val="333333"/>
                </a:solidFill>
              </a:rPr>
              <a:t>Applies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to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system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administrators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managing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Windows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Server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monitoring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systems.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Covers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multiple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monitoring </a:t>
            </a:r>
            <a:r>
              <a:rPr dirty="0" sz="1500">
                <a:solidFill>
                  <a:srgbClr val="333333"/>
                </a:solidFill>
              </a:rPr>
              <a:t>approaches</a:t>
            </a:r>
            <a:r>
              <a:rPr dirty="0" spc="-5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including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Windows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Event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Viewer,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SNMP,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and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third-</a:t>
            </a:r>
            <a:r>
              <a:rPr dirty="0" sz="1500">
                <a:solidFill>
                  <a:srgbClr val="333333"/>
                </a:solidFill>
              </a:rPr>
              <a:t>party</a:t>
            </a:r>
            <a:r>
              <a:rPr dirty="0" spc="-45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tools.</a:t>
            </a:r>
            <a:endParaRPr sz="1500"/>
          </a:p>
          <a:p>
            <a:pPr>
              <a:lnSpc>
                <a:spcPct val="100000"/>
              </a:lnSpc>
              <a:spcBef>
                <a:spcPts val="705"/>
              </a:spcBef>
            </a:pPr>
            <a:endParaRPr sz="1500"/>
          </a:p>
          <a:p>
            <a:pPr marL="12700">
              <a:lnSpc>
                <a:spcPct val="100000"/>
              </a:lnSpc>
            </a:pPr>
            <a:r>
              <a:rPr dirty="0" spc="-10"/>
              <a:t>Importance</a:t>
            </a:r>
          </a:p>
          <a:p>
            <a:pPr marL="12700" marR="7620">
              <a:lnSpc>
                <a:spcPct val="116700"/>
              </a:lnSpc>
              <a:spcBef>
                <a:spcPts val="840"/>
              </a:spcBef>
            </a:pPr>
            <a:r>
              <a:rPr dirty="0" sz="1500">
                <a:solidFill>
                  <a:srgbClr val="333333"/>
                </a:solidFill>
              </a:rPr>
              <a:t>Unnecessary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alerts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create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noise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that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can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hide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genuine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issues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and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lead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to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alert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fatigue.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Managing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specific</a:t>
            </a:r>
            <a:r>
              <a:rPr dirty="0" spc="-4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port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alerts </a:t>
            </a:r>
            <a:r>
              <a:rPr dirty="0" sz="1500">
                <a:solidFill>
                  <a:srgbClr val="333333"/>
                </a:solidFill>
              </a:rPr>
              <a:t>improves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system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monitoring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efficiency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and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ensures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critical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alerts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receive</a:t>
            </a:r>
            <a:r>
              <a:rPr dirty="0" spc="-30" sz="1500">
                <a:solidFill>
                  <a:srgbClr val="333333"/>
                </a:solidFill>
              </a:rPr>
              <a:t> </a:t>
            </a:r>
            <a:r>
              <a:rPr dirty="0" sz="1500">
                <a:solidFill>
                  <a:srgbClr val="333333"/>
                </a:solidFill>
              </a:rPr>
              <a:t>proper</a:t>
            </a:r>
            <a:r>
              <a:rPr dirty="0" spc="-35" sz="1500">
                <a:solidFill>
                  <a:srgbClr val="333333"/>
                </a:solidFill>
              </a:rPr>
              <a:t> </a:t>
            </a:r>
            <a:r>
              <a:rPr dirty="0" spc="-10" sz="1500">
                <a:solidFill>
                  <a:srgbClr val="333333"/>
                </a:solidFill>
              </a:rPr>
              <a:t>attention.</a:t>
            </a:r>
            <a:endParaRPr sz="1500"/>
          </a:p>
        </p:txBody>
      </p:sp>
      <p:pic>
        <p:nvPicPr>
          <p:cNvPr id="6" name="object 6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609599" y="2743199"/>
            <a:ext cx="609599" cy="609599"/>
          </a:xfrm>
          <a:prstGeom prst="rect">
            <a:avLst/>
          </a:prstGeom>
        </p:spPr>
      </p:pic>
      <p:grpSp>
        <p:nvGrpSpPr>
          <p:cNvPr id="7" name="object 7"/>
          <p:cNvGrpSpPr/>
          <p:nvPr/>
        </p:nvGrpSpPr>
        <p:grpSpPr>
          <a:xfrm>
            <a:off x="609599" y="4000499"/>
            <a:ext cx="609600" cy="609600"/>
            <a:chOff x="609599" y="4000499"/>
            <a:chExt cx="609600" cy="609600"/>
          </a:xfrm>
        </p:grpSpPr>
        <p:sp>
          <p:nvSpPr>
            <p:cNvPr id="8" name="object 8"/>
            <p:cNvSpPr/>
            <p:nvPr/>
          </p:nvSpPr>
          <p:spPr>
            <a:xfrm>
              <a:off x="619124" y="40100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9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9"/>
                  </a:lnTo>
                  <a:lnTo>
                    <a:pt x="17260" y="195799"/>
                  </a:lnTo>
                  <a:lnTo>
                    <a:pt x="34865" y="156082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2"/>
                  </a:lnTo>
                  <a:lnTo>
                    <a:pt x="573289" y="195799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79"/>
                  </a:lnTo>
                  <a:lnTo>
                    <a:pt x="573289" y="394749"/>
                  </a:lnTo>
                  <a:lnTo>
                    <a:pt x="555684" y="434466"/>
                  </a:lnTo>
                  <a:lnTo>
                    <a:pt x="532442" y="471169"/>
                  </a:lnTo>
                  <a:lnTo>
                    <a:pt x="504065" y="504065"/>
                  </a:lnTo>
                  <a:lnTo>
                    <a:pt x="471170" y="532441"/>
                  </a:lnTo>
                  <a:lnTo>
                    <a:pt x="434466" y="555684"/>
                  </a:lnTo>
                  <a:lnTo>
                    <a:pt x="394750" y="573289"/>
                  </a:lnTo>
                  <a:lnTo>
                    <a:pt x="352880" y="584875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9" name="object 9"/>
            <p:cNvSpPr/>
            <p:nvPr/>
          </p:nvSpPr>
          <p:spPr>
            <a:xfrm>
              <a:off x="619124" y="40100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1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2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1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5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800"/>
                  </a:lnTo>
                  <a:lnTo>
                    <a:pt x="295274" y="0"/>
                  </a:lnTo>
                  <a:lnTo>
                    <a:pt x="302523" y="89"/>
                  </a:lnTo>
                  <a:lnTo>
                    <a:pt x="345753" y="4347"/>
                  </a:lnTo>
                  <a:lnTo>
                    <a:pt x="387899" y="14903"/>
                  </a:lnTo>
                  <a:lnTo>
                    <a:pt x="428031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3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10" name="object 10"/>
            <p:cNvPicPr/>
            <p:nvPr/>
          </p:nvPicPr>
          <p:blipFill>
            <a:blip cstate="print" r:embed="rId4"/>
            <a:stretch>
              <a:fillRect/>
            </a:stretch>
          </p:blipFill>
          <p:spPr>
            <a:xfrm>
              <a:off x="799296" y="4205287"/>
              <a:ext cx="230207" cy="200025"/>
            </a:xfrm>
            <a:prstGeom prst="rect">
              <a:avLst/>
            </a:prstGeom>
          </p:spPr>
        </p:pic>
      </p:grpSp>
      <p:sp>
        <p:nvSpPr>
          <p:cNvPr id="11" name="object 11"/>
          <p:cNvSpPr txBox="1"/>
          <p:nvPr/>
        </p:nvSpPr>
        <p:spPr>
          <a:xfrm>
            <a:off x="4650531" y="5359400"/>
            <a:ext cx="956310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 sz="1350">
                <a:solidFill>
                  <a:srgbClr val="4A5462"/>
                </a:solidFill>
                <a:latin typeface="Segoe UI"/>
                <a:cs typeface="Segoe UI"/>
              </a:rPr>
              <a:t>Target</a:t>
            </a:r>
            <a:r>
              <a:rPr dirty="0" spc="-45" sz="135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4A5462"/>
                </a:solidFill>
                <a:latin typeface="Segoe UI"/>
                <a:cs typeface="Segoe UI"/>
              </a:rPr>
              <a:t>Ports: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781674" y="5333999"/>
            <a:ext cx="542925" cy="285750"/>
          </a:xfrm>
          <a:custGeom>
            <a:avLst/>
            <a:gdLst/>
            <a:ahLst/>
            <a:cxnLst/>
            <a:rect b="b" l="l" r="r" t="t"/>
            <a:pathLst>
              <a:path h="285750" w="542925">
                <a:moveTo>
                  <a:pt x="4000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8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0049" y="0"/>
                </a:lnTo>
                <a:lnTo>
                  <a:pt x="441524" y="6149"/>
                </a:lnTo>
                <a:lnTo>
                  <a:pt x="479425" y="24078"/>
                </a:lnTo>
                <a:lnTo>
                  <a:pt x="510494" y="52234"/>
                </a:lnTo>
                <a:lnTo>
                  <a:pt x="532048" y="88198"/>
                </a:lnTo>
                <a:lnTo>
                  <a:pt x="542238" y="128870"/>
                </a:lnTo>
                <a:lnTo>
                  <a:pt x="542924" y="142874"/>
                </a:lnTo>
                <a:lnTo>
                  <a:pt x="542753" y="149894"/>
                </a:lnTo>
                <a:lnTo>
                  <a:pt x="534575" y="190999"/>
                </a:lnTo>
                <a:lnTo>
                  <a:pt x="514802" y="227992"/>
                </a:lnTo>
                <a:lnTo>
                  <a:pt x="485167" y="257628"/>
                </a:lnTo>
                <a:lnTo>
                  <a:pt x="448174" y="277400"/>
                </a:lnTo>
                <a:lnTo>
                  <a:pt x="407069" y="285578"/>
                </a:lnTo>
                <a:lnTo>
                  <a:pt x="4000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886251" y="5374639"/>
            <a:ext cx="34099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400799" y="5333999"/>
            <a:ext cx="552450" cy="285750"/>
          </a:xfrm>
          <a:custGeom>
            <a:avLst/>
            <a:gdLst/>
            <a:ahLst/>
            <a:cxnLst/>
            <a:rect b="b" l="l" r="r" t="t"/>
            <a:pathLst>
              <a:path h="285750" w="552450">
                <a:moveTo>
                  <a:pt x="40957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9574" y="0"/>
                </a:lnTo>
                <a:lnTo>
                  <a:pt x="451049" y="6149"/>
                </a:lnTo>
                <a:lnTo>
                  <a:pt x="488951" y="24078"/>
                </a:lnTo>
                <a:lnTo>
                  <a:pt x="520019" y="52234"/>
                </a:lnTo>
                <a:lnTo>
                  <a:pt x="541573" y="88198"/>
                </a:lnTo>
                <a:lnTo>
                  <a:pt x="551763" y="128870"/>
                </a:lnTo>
                <a:lnTo>
                  <a:pt x="552449" y="142874"/>
                </a:lnTo>
                <a:lnTo>
                  <a:pt x="552278" y="149894"/>
                </a:lnTo>
                <a:lnTo>
                  <a:pt x="544101" y="190999"/>
                </a:lnTo>
                <a:lnTo>
                  <a:pt x="524328" y="227992"/>
                </a:lnTo>
                <a:lnTo>
                  <a:pt x="494692" y="257628"/>
                </a:lnTo>
                <a:lnTo>
                  <a:pt x="457699" y="277400"/>
                </a:lnTo>
                <a:lnTo>
                  <a:pt x="416593" y="285578"/>
                </a:lnTo>
                <a:lnTo>
                  <a:pt x="40957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6506567" y="5374639"/>
            <a:ext cx="34099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029449" y="5333999"/>
            <a:ext cx="457200" cy="285750"/>
          </a:xfrm>
          <a:custGeom>
            <a:avLst/>
            <a:gdLst/>
            <a:ahLst/>
            <a:cxnLst/>
            <a:rect b="b" l="l" r="r" t="t"/>
            <a:pathLst>
              <a:path h="285750" w="457200">
                <a:moveTo>
                  <a:pt x="31432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5" y="257627"/>
                </a:lnTo>
                <a:lnTo>
                  <a:pt x="28119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6" y="94749"/>
                </a:lnTo>
                <a:lnTo>
                  <a:pt x="28119" y="57756"/>
                </a:lnTo>
                <a:lnTo>
                  <a:pt x="57755" y="28120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314324" y="0"/>
                </a:lnTo>
                <a:lnTo>
                  <a:pt x="355798" y="6149"/>
                </a:lnTo>
                <a:lnTo>
                  <a:pt x="393700" y="24078"/>
                </a:lnTo>
                <a:lnTo>
                  <a:pt x="424769" y="52234"/>
                </a:lnTo>
                <a:lnTo>
                  <a:pt x="446323" y="88198"/>
                </a:lnTo>
                <a:lnTo>
                  <a:pt x="456513" y="128870"/>
                </a:lnTo>
                <a:lnTo>
                  <a:pt x="457199" y="142874"/>
                </a:lnTo>
                <a:lnTo>
                  <a:pt x="457028" y="149894"/>
                </a:lnTo>
                <a:lnTo>
                  <a:pt x="448850" y="190999"/>
                </a:lnTo>
                <a:lnTo>
                  <a:pt x="429077" y="227992"/>
                </a:lnTo>
                <a:lnTo>
                  <a:pt x="399442" y="257628"/>
                </a:lnTo>
                <a:lnTo>
                  <a:pt x="362449" y="277400"/>
                </a:lnTo>
                <a:lnTo>
                  <a:pt x="321344" y="285578"/>
                </a:lnTo>
                <a:lnTo>
                  <a:pt x="31432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126882" y="5374639"/>
            <a:ext cx="26225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b="1" dirty="0" spc="-25" sz="105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4574182" y="6330949"/>
            <a:ext cx="304419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Management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SOP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19" name="object 19"/>
          <p:cNvGrpSpPr/>
          <p:nvPr/>
        </p:nvGrpSpPr>
        <p:grpSpPr>
          <a:xfrm>
            <a:off x="0" y="6343649"/>
            <a:ext cx="12192000" cy="514350"/>
            <a:chOff x="0" y="6343649"/>
            <a:chExt cx="12192000" cy="514350"/>
          </a:xfrm>
        </p:grpSpPr>
        <p:sp>
          <p:nvSpPr>
            <p:cNvPr id="20" name="object 20"/>
            <p:cNvSpPr/>
            <p:nvPr/>
          </p:nvSpPr>
          <p:spPr>
            <a:xfrm>
              <a:off x="0" y="6629399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1" name="object 21"/>
            <p:cNvSpPr/>
            <p:nvPr/>
          </p:nvSpPr>
          <p:spPr>
            <a:xfrm>
              <a:off x="10544174" y="6343649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22" name="object 22"/>
            <p:cNvPicPr/>
            <p:nvPr/>
          </p:nvPicPr>
          <p:blipFill>
            <a:blip cstate="print" r:embed="rId5"/>
            <a:stretch>
              <a:fillRect/>
            </a:stretch>
          </p:blipFill>
          <p:spPr>
            <a:xfrm>
              <a:off x="10658474" y="6438899"/>
              <a:ext cx="133349" cy="133349"/>
            </a:xfrm>
            <a:prstGeom prst="rect">
              <a:avLst/>
            </a:prstGeom>
          </p:spPr>
        </p:pic>
      </p:grpSp>
      <p:sp>
        <p:nvSpPr>
          <p:cNvPr id="23" name="object 23"/>
          <p:cNvSpPr txBox="1"/>
          <p:nvPr/>
        </p:nvSpPr>
        <p:spPr>
          <a:xfrm>
            <a:off x="10837018" y="6426199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>
                <a:latin typeface="Segoe UI"/>
              </a:rPr>
              <a:t>PreethamArun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7992" y="741342"/>
            <a:ext cx="344805" cy="344805"/>
          </a:xfrm>
          <a:custGeom>
            <a:avLst/>
            <a:gdLst/>
            <a:ahLst/>
            <a:cxnLst/>
            <a:rect b="b" l="l" r="r" t="t"/>
            <a:pathLst>
              <a:path h="344805" w="344805">
                <a:moveTo>
                  <a:pt x="280180" y="344490"/>
                </a:moveTo>
                <a:lnTo>
                  <a:pt x="190001" y="263202"/>
                </a:lnTo>
                <a:lnTo>
                  <a:pt x="175418" y="234404"/>
                </a:lnTo>
                <a:lnTo>
                  <a:pt x="175478" y="218485"/>
                </a:lnTo>
                <a:lnTo>
                  <a:pt x="180424" y="203195"/>
                </a:lnTo>
                <a:lnTo>
                  <a:pt x="107424" y="130194"/>
                </a:lnTo>
                <a:lnTo>
                  <a:pt x="66235" y="130194"/>
                </a:lnTo>
                <a:lnTo>
                  <a:pt x="61480" y="127850"/>
                </a:lnTo>
                <a:lnTo>
                  <a:pt x="58467" y="123899"/>
                </a:lnTo>
                <a:lnTo>
                  <a:pt x="4889" y="54247"/>
                </a:lnTo>
                <a:lnTo>
                  <a:pt x="0" y="47818"/>
                </a:lnTo>
                <a:lnTo>
                  <a:pt x="602" y="38777"/>
                </a:lnTo>
                <a:lnTo>
                  <a:pt x="33084" y="6295"/>
                </a:lnTo>
                <a:lnTo>
                  <a:pt x="38844" y="602"/>
                </a:lnTo>
                <a:lnTo>
                  <a:pt x="47885" y="0"/>
                </a:lnTo>
                <a:lnTo>
                  <a:pt x="127850" y="61547"/>
                </a:lnTo>
                <a:lnTo>
                  <a:pt x="130194" y="66235"/>
                </a:lnTo>
                <a:lnTo>
                  <a:pt x="130194" y="107424"/>
                </a:lnTo>
                <a:lnTo>
                  <a:pt x="203195" y="180424"/>
                </a:lnTo>
                <a:lnTo>
                  <a:pt x="249916" y="180424"/>
                </a:lnTo>
                <a:lnTo>
                  <a:pt x="263202" y="190001"/>
                </a:lnTo>
                <a:lnTo>
                  <a:pt x="338211" y="265010"/>
                </a:lnTo>
                <a:lnTo>
                  <a:pt x="342920" y="272105"/>
                </a:lnTo>
                <a:lnTo>
                  <a:pt x="344490" y="280180"/>
                </a:lnTo>
                <a:lnTo>
                  <a:pt x="342920" y="288254"/>
                </a:lnTo>
                <a:lnTo>
                  <a:pt x="338211" y="295349"/>
                </a:lnTo>
                <a:lnTo>
                  <a:pt x="295349" y="338211"/>
                </a:lnTo>
                <a:lnTo>
                  <a:pt x="288254" y="342920"/>
                </a:lnTo>
                <a:lnTo>
                  <a:pt x="280180" y="344490"/>
                </a:lnTo>
                <a:close/>
              </a:path>
              <a:path h="344805" w="344805">
                <a:moveTo>
                  <a:pt x="208753" y="155711"/>
                </a:moveTo>
                <a:lnTo>
                  <a:pt x="151626" y="98583"/>
                </a:lnTo>
                <a:lnTo>
                  <a:pt x="151626" y="98047"/>
                </a:lnTo>
                <a:lnTo>
                  <a:pt x="159207" y="60517"/>
                </a:lnTo>
                <a:lnTo>
                  <a:pt x="179880" y="29861"/>
                </a:lnTo>
                <a:lnTo>
                  <a:pt x="210535" y="9188"/>
                </a:lnTo>
                <a:lnTo>
                  <a:pt x="248066" y="1607"/>
                </a:lnTo>
                <a:lnTo>
                  <a:pt x="255098" y="1607"/>
                </a:lnTo>
                <a:lnTo>
                  <a:pt x="261930" y="2344"/>
                </a:lnTo>
                <a:lnTo>
                  <a:pt x="276061" y="5357"/>
                </a:lnTo>
                <a:lnTo>
                  <a:pt x="278003" y="14533"/>
                </a:lnTo>
                <a:lnTo>
                  <a:pt x="227774" y="64762"/>
                </a:lnTo>
                <a:lnTo>
                  <a:pt x="226635" y="67508"/>
                </a:lnTo>
                <a:lnTo>
                  <a:pt x="226635" y="114724"/>
                </a:lnTo>
                <a:lnTo>
                  <a:pt x="231457" y="119546"/>
                </a:lnTo>
                <a:lnTo>
                  <a:pt x="341358" y="119546"/>
                </a:lnTo>
                <a:lnTo>
                  <a:pt x="340436" y="125840"/>
                </a:lnTo>
                <a:lnTo>
                  <a:pt x="329019" y="150462"/>
                </a:lnTo>
                <a:lnTo>
                  <a:pt x="326396" y="153487"/>
                </a:lnTo>
                <a:lnTo>
                  <a:pt x="227152" y="153487"/>
                </a:lnTo>
                <a:lnTo>
                  <a:pt x="208753" y="155711"/>
                </a:lnTo>
                <a:close/>
              </a:path>
              <a:path h="344805" w="344805">
                <a:moveTo>
                  <a:pt x="341358" y="119546"/>
                </a:moveTo>
                <a:lnTo>
                  <a:pt x="278606" y="119546"/>
                </a:lnTo>
                <a:lnTo>
                  <a:pt x="281352" y="118407"/>
                </a:lnTo>
                <a:lnTo>
                  <a:pt x="331581" y="68178"/>
                </a:lnTo>
                <a:lnTo>
                  <a:pt x="340756" y="70120"/>
                </a:lnTo>
                <a:lnTo>
                  <a:pt x="343770" y="84184"/>
                </a:lnTo>
                <a:lnTo>
                  <a:pt x="344507" y="91015"/>
                </a:lnTo>
                <a:lnTo>
                  <a:pt x="344428" y="98583"/>
                </a:lnTo>
                <a:lnTo>
                  <a:pt x="341358" y="119546"/>
                </a:lnTo>
                <a:close/>
              </a:path>
              <a:path h="344805" w="344805">
                <a:moveTo>
                  <a:pt x="288920" y="185447"/>
                </a:moveTo>
                <a:lnTo>
                  <a:pt x="278405" y="174932"/>
                </a:lnTo>
                <a:lnTo>
                  <a:pt x="262945" y="163104"/>
                </a:lnTo>
                <a:lnTo>
                  <a:pt x="245538" y="155954"/>
                </a:lnTo>
                <a:lnTo>
                  <a:pt x="227152" y="153487"/>
                </a:lnTo>
                <a:lnTo>
                  <a:pt x="326396" y="153487"/>
                </a:lnTo>
                <a:lnTo>
                  <a:pt x="311450" y="170726"/>
                </a:lnTo>
                <a:lnTo>
                  <a:pt x="288920" y="185447"/>
                </a:lnTo>
                <a:close/>
              </a:path>
              <a:path h="344805" w="344805">
                <a:moveTo>
                  <a:pt x="47250" y="344490"/>
                </a:moveTo>
                <a:lnTo>
                  <a:pt x="46998" y="344490"/>
                </a:lnTo>
                <a:lnTo>
                  <a:pt x="29381" y="340933"/>
                </a:lnTo>
                <a:lnTo>
                  <a:pt x="14920" y="331179"/>
                </a:lnTo>
                <a:lnTo>
                  <a:pt x="5180" y="316733"/>
                </a:lnTo>
                <a:lnTo>
                  <a:pt x="1607" y="299032"/>
                </a:lnTo>
                <a:lnTo>
                  <a:pt x="2413" y="290929"/>
                </a:lnTo>
                <a:lnTo>
                  <a:pt x="114389" y="167364"/>
                </a:lnTo>
                <a:lnTo>
                  <a:pt x="155711" y="208686"/>
                </a:lnTo>
                <a:lnTo>
                  <a:pt x="153827" y="219605"/>
                </a:lnTo>
                <a:lnTo>
                  <a:pt x="153601" y="230637"/>
                </a:lnTo>
                <a:lnTo>
                  <a:pt x="155033" y="241593"/>
                </a:lnTo>
                <a:lnTo>
                  <a:pt x="158122" y="252285"/>
                </a:lnTo>
                <a:lnTo>
                  <a:pt x="135552" y="274855"/>
                </a:lnTo>
                <a:lnTo>
                  <a:pt x="53053" y="274855"/>
                </a:lnTo>
                <a:lnTo>
                  <a:pt x="51003" y="275263"/>
                </a:lnTo>
                <a:lnTo>
                  <a:pt x="39112" y="293060"/>
                </a:lnTo>
                <a:lnTo>
                  <a:pt x="39519" y="295110"/>
                </a:lnTo>
                <a:lnTo>
                  <a:pt x="53053" y="307002"/>
                </a:lnTo>
                <a:lnTo>
                  <a:pt x="103405" y="307002"/>
                </a:lnTo>
                <a:lnTo>
                  <a:pt x="79228" y="331179"/>
                </a:lnTo>
                <a:lnTo>
                  <a:pt x="72312" y="336850"/>
                </a:lnTo>
                <a:lnTo>
                  <a:pt x="64672" y="340933"/>
                </a:lnTo>
                <a:lnTo>
                  <a:pt x="64812" y="340933"/>
                </a:lnTo>
                <a:lnTo>
                  <a:pt x="55994" y="343620"/>
                </a:lnTo>
                <a:lnTo>
                  <a:pt x="47250" y="344490"/>
                </a:lnTo>
                <a:close/>
              </a:path>
              <a:path h="344805" w="344805">
                <a:moveTo>
                  <a:pt x="249916" y="180424"/>
                </a:moveTo>
                <a:lnTo>
                  <a:pt x="203195" y="180424"/>
                </a:lnTo>
                <a:lnTo>
                  <a:pt x="218625" y="175443"/>
                </a:lnTo>
                <a:lnTo>
                  <a:pt x="234404" y="175443"/>
                </a:lnTo>
                <a:lnTo>
                  <a:pt x="249720" y="180283"/>
                </a:lnTo>
                <a:lnTo>
                  <a:pt x="249916" y="180424"/>
                </a:lnTo>
                <a:close/>
              </a:path>
              <a:path h="344805" w="344805">
                <a:moveTo>
                  <a:pt x="103405" y="307002"/>
                </a:moveTo>
                <a:lnTo>
                  <a:pt x="57316" y="307002"/>
                </a:lnTo>
                <a:lnTo>
                  <a:pt x="59367" y="306594"/>
                </a:lnTo>
                <a:lnTo>
                  <a:pt x="63305" y="304963"/>
                </a:lnTo>
                <a:lnTo>
                  <a:pt x="65043" y="303801"/>
                </a:lnTo>
                <a:lnTo>
                  <a:pt x="68058" y="300787"/>
                </a:lnTo>
                <a:lnTo>
                  <a:pt x="69226" y="299032"/>
                </a:lnTo>
                <a:lnTo>
                  <a:pt x="70752" y="295349"/>
                </a:lnTo>
                <a:lnTo>
                  <a:pt x="70851" y="295110"/>
                </a:lnTo>
                <a:lnTo>
                  <a:pt x="71258" y="293060"/>
                </a:lnTo>
                <a:lnTo>
                  <a:pt x="71150" y="288254"/>
                </a:lnTo>
                <a:lnTo>
                  <a:pt x="70851" y="286747"/>
                </a:lnTo>
                <a:lnTo>
                  <a:pt x="57316" y="274855"/>
                </a:lnTo>
                <a:lnTo>
                  <a:pt x="135552" y="274855"/>
                </a:lnTo>
                <a:lnTo>
                  <a:pt x="103405" y="307002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55575" vert="horz" wrap="square">
            <a:spAutoFit/>
          </a:bodyPr>
          <a:lstStyle/>
          <a:p>
            <a:pPr marL="22225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Monitoring</a:t>
            </a:r>
            <a:r>
              <a:rPr dirty="0" spc="-60" sz="2700"/>
              <a:t> </a:t>
            </a:r>
            <a:r>
              <a:rPr dirty="0" spc="-25" sz="2700"/>
              <a:t>Tools</a:t>
            </a:r>
            <a:r>
              <a:rPr dirty="0" spc="-55" sz="2700"/>
              <a:t> </a:t>
            </a:r>
            <a:r>
              <a:rPr dirty="0" sz="2700"/>
              <a:t>for</a:t>
            </a:r>
            <a:r>
              <a:rPr dirty="0" spc="-55" sz="2700"/>
              <a:t> </a:t>
            </a:r>
            <a:r>
              <a:rPr dirty="0" sz="2700"/>
              <a:t>Port</a:t>
            </a:r>
            <a:r>
              <a:rPr dirty="0" spc="-55" sz="2700"/>
              <a:t> </a:t>
            </a:r>
            <a:r>
              <a:rPr dirty="0" spc="-10" sz="2700"/>
              <a:t>Alerts</a:t>
            </a:r>
            <a:endParaRPr sz="2700"/>
          </a:p>
        </p:txBody>
      </p:sp>
      <p:grpSp>
        <p:nvGrpSpPr>
          <p:cNvPr id="4" name="object 4"/>
          <p:cNvGrpSpPr/>
          <p:nvPr/>
        </p:nvGrpSpPr>
        <p:grpSpPr>
          <a:xfrm>
            <a:off x="609599" y="1485899"/>
            <a:ext cx="609600" cy="609600"/>
            <a:chOff x="609599" y="1485899"/>
            <a:chExt cx="609600" cy="609600"/>
          </a:xfrm>
        </p:grpSpPr>
        <p:sp>
          <p:nvSpPr>
            <p:cNvPr id="5" name="object 5"/>
            <p:cNvSpPr/>
            <p:nvPr/>
          </p:nvSpPr>
          <p:spPr>
            <a:xfrm>
              <a:off x="619124" y="14954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9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3"/>
                  </a:lnTo>
                  <a:lnTo>
                    <a:pt x="573289" y="195799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80"/>
                  </a:lnTo>
                  <a:lnTo>
                    <a:pt x="573289" y="394750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6" y="555684"/>
                  </a:lnTo>
                  <a:lnTo>
                    <a:pt x="394750" y="573289"/>
                  </a:lnTo>
                  <a:lnTo>
                    <a:pt x="352880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19124" y="14954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0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9" y="14903"/>
                  </a:lnTo>
                  <a:lnTo>
                    <a:pt x="428031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4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7" name="object 7"/>
            <p:cNvSpPr/>
            <p:nvPr/>
          </p:nvSpPr>
          <p:spPr>
            <a:xfrm>
              <a:off x="790574" y="1676399"/>
              <a:ext cx="257175" cy="228600"/>
            </a:xfrm>
            <a:custGeom>
              <a:avLst/>
              <a:gdLst/>
              <a:ahLst/>
              <a:cxnLst/>
              <a:rect b="b" l="l" r="r" t="t"/>
              <a:pathLst>
                <a:path h="228600" w="257175">
                  <a:moveTo>
                    <a:pt x="228600" y="185737"/>
                  </a:moveTo>
                  <a:lnTo>
                    <a:pt x="28575" y="185737"/>
                  </a:lnTo>
                  <a:lnTo>
                    <a:pt x="17461" y="183489"/>
                  </a:lnTo>
                  <a:lnTo>
                    <a:pt x="8377" y="177360"/>
                  </a:lnTo>
                  <a:lnTo>
                    <a:pt x="2248" y="168276"/>
                  </a:lnTo>
                  <a:lnTo>
                    <a:pt x="0" y="157162"/>
                  </a:lnTo>
                  <a:lnTo>
                    <a:pt x="0" y="28575"/>
                  </a:lnTo>
                  <a:lnTo>
                    <a:pt x="2248" y="17461"/>
                  </a:lnTo>
                  <a:lnTo>
                    <a:pt x="8377" y="8377"/>
                  </a:lnTo>
                  <a:lnTo>
                    <a:pt x="17461" y="2248"/>
                  </a:lnTo>
                  <a:lnTo>
                    <a:pt x="28575" y="0"/>
                  </a:lnTo>
                  <a:lnTo>
                    <a:pt x="228600" y="0"/>
                  </a:lnTo>
                  <a:lnTo>
                    <a:pt x="239713" y="2248"/>
                  </a:lnTo>
                  <a:lnTo>
                    <a:pt x="248797" y="8377"/>
                  </a:lnTo>
                  <a:lnTo>
                    <a:pt x="254926" y="17461"/>
                  </a:lnTo>
                  <a:lnTo>
                    <a:pt x="257175" y="28575"/>
                  </a:lnTo>
                  <a:lnTo>
                    <a:pt x="28575" y="28575"/>
                  </a:lnTo>
                  <a:lnTo>
                    <a:pt x="28575" y="128587"/>
                  </a:lnTo>
                  <a:lnTo>
                    <a:pt x="257175" y="128587"/>
                  </a:lnTo>
                  <a:lnTo>
                    <a:pt x="257175" y="157162"/>
                  </a:lnTo>
                  <a:lnTo>
                    <a:pt x="254926" y="168276"/>
                  </a:lnTo>
                  <a:lnTo>
                    <a:pt x="248797" y="177360"/>
                  </a:lnTo>
                  <a:lnTo>
                    <a:pt x="239713" y="183489"/>
                  </a:lnTo>
                  <a:lnTo>
                    <a:pt x="228600" y="185737"/>
                  </a:lnTo>
                  <a:close/>
                </a:path>
                <a:path h="228600" w="257175">
                  <a:moveTo>
                    <a:pt x="257175" y="128587"/>
                  </a:moveTo>
                  <a:lnTo>
                    <a:pt x="228600" y="128587"/>
                  </a:lnTo>
                  <a:lnTo>
                    <a:pt x="228600" y="28575"/>
                  </a:lnTo>
                  <a:lnTo>
                    <a:pt x="257175" y="28575"/>
                  </a:lnTo>
                  <a:lnTo>
                    <a:pt x="257175" y="128587"/>
                  </a:lnTo>
                  <a:close/>
                </a:path>
                <a:path h="228600" w="257175">
                  <a:moveTo>
                    <a:pt x="154796" y="200025"/>
                  </a:moveTo>
                  <a:lnTo>
                    <a:pt x="102378" y="200025"/>
                  </a:lnTo>
                  <a:lnTo>
                    <a:pt x="107156" y="185737"/>
                  </a:lnTo>
                  <a:lnTo>
                    <a:pt x="150018" y="185737"/>
                  </a:lnTo>
                  <a:lnTo>
                    <a:pt x="154796" y="200025"/>
                  </a:lnTo>
                  <a:close/>
                </a:path>
                <a:path h="228600" w="257175">
                  <a:moveTo>
                    <a:pt x="193640" y="228600"/>
                  </a:moveTo>
                  <a:lnTo>
                    <a:pt x="63534" y="228600"/>
                  </a:lnTo>
                  <a:lnTo>
                    <a:pt x="57150" y="222215"/>
                  </a:lnTo>
                  <a:lnTo>
                    <a:pt x="57150" y="206409"/>
                  </a:lnTo>
                  <a:lnTo>
                    <a:pt x="63534" y="200025"/>
                  </a:lnTo>
                  <a:lnTo>
                    <a:pt x="193640" y="200025"/>
                  </a:lnTo>
                  <a:lnTo>
                    <a:pt x="200025" y="206409"/>
                  </a:lnTo>
                  <a:lnTo>
                    <a:pt x="200025" y="222215"/>
                  </a:lnTo>
                  <a:lnTo>
                    <a:pt x="193640" y="2286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8" name="object 8"/>
          <p:cNvSpPr/>
          <p:nvPr/>
        </p:nvSpPr>
        <p:spPr>
          <a:xfrm>
            <a:off x="1495424" y="26288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9" name="object 9"/>
          <p:cNvSpPr/>
          <p:nvPr/>
        </p:nvSpPr>
        <p:spPr>
          <a:xfrm>
            <a:off x="1495424" y="28955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95424" y="31622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grpSp>
        <p:nvGrpSpPr>
          <p:cNvPr id="11" name="object 11"/>
          <p:cNvGrpSpPr/>
          <p:nvPr/>
        </p:nvGrpSpPr>
        <p:grpSpPr>
          <a:xfrm>
            <a:off x="609599" y="3619499"/>
            <a:ext cx="609600" cy="609600"/>
            <a:chOff x="609599" y="3619499"/>
            <a:chExt cx="609600" cy="609600"/>
          </a:xfrm>
        </p:grpSpPr>
        <p:sp>
          <p:nvSpPr>
            <p:cNvPr id="12" name="object 12"/>
            <p:cNvSpPr/>
            <p:nvPr/>
          </p:nvSpPr>
          <p:spPr>
            <a:xfrm>
              <a:off x="619124" y="36290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9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8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3"/>
                  </a:lnTo>
                  <a:lnTo>
                    <a:pt x="573289" y="195799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79"/>
                  </a:lnTo>
                  <a:lnTo>
                    <a:pt x="573289" y="394749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6" y="555684"/>
                  </a:lnTo>
                  <a:lnTo>
                    <a:pt x="394750" y="573289"/>
                  </a:lnTo>
                  <a:lnTo>
                    <a:pt x="352880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19124" y="36290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0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6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1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5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9"/>
                  </a:lnTo>
                  <a:lnTo>
                    <a:pt x="345753" y="4346"/>
                  </a:lnTo>
                  <a:lnTo>
                    <a:pt x="387899" y="14903"/>
                  </a:lnTo>
                  <a:lnTo>
                    <a:pt x="428031" y="31527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4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771524" y="3809999"/>
              <a:ext cx="285750" cy="228600"/>
            </a:xfrm>
            <a:custGeom>
              <a:avLst/>
              <a:gdLst/>
              <a:ahLst/>
              <a:cxnLst/>
              <a:rect b="b" l="l" r="r" t="t"/>
              <a:pathLst>
                <a:path h="228600" w="285750">
                  <a:moveTo>
                    <a:pt x="178593" y="85725"/>
                  </a:moveTo>
                  <a:lnTo>
                    <a:pt x="107156" y="85725"/>
                  </a:lnTo>
                  <a:lnTo>
                    <a:pt x="98816" y="84040"/>
                  </a:lnTo>
                  <a:lnTo>
                    <a:pt x="92003" y="79446"/>
                  </a:lnTo>
                  <a:lnTo>
                    <a:pt x="87409" y="72633"/>
                  </a:lnTo>
                  <a:lnTo>
                    <a:pt x="85725" y="64293"/>
                  </a:lnTo>
                  <a:lnTo>
                    <a:pt x="85725" y="21431"/>
                  </a:lnTo>
                  <a:lnTo>
                    <a:pt x="87409" y="13091"/>
                  </a:lnTo>
                  <a:lnTo>
                    <a:pt x="92003" y="6278"/>
                  </a:lnTo>
                  <a:lnTo>
                    <a:pt x="98816" y="1684"/>
                  </a:lnTo>
                  <a:lnTo>
                    <a:pt x="107156" y="0"/>
                  </a:lnTo>
                  <a:lnTo>
                    <a:pt x="178593" y="0"/>
                  </a:lnTo>
                  <a:lnTo>
                    <a:pt x="186933" y="1684"/>
                  </a:lnTo>
                  <a:lnTo>
                    <a:pt x="193746" y="6278"/>
                  </a:lnTo>
                  <a:lnTo>
                    <a:pt x="198340" y="13091"/>
                  </a:lnTo>
                  <a:lnTo>
                    <a:pt x="200025" y="21431"/>
                  </a:lnTo>
                  <a:lnTo>
                    <a:pt x="200025" y="28575"/>
                  </a:lnTo>
                  <a:lnTo>
                    <a:pt x="114300" y="28575"/>
                  </a:lnTo>
                  <a:lnTo>
                    <a:pt x="114300" y="57150"/>
                  </a:lnTo>
                  <a:lnTo>
                    <a:pt x="200025" y="57150"/>
                  </a:lnTo>
                  <a:lnTo>
                    <a:pt x="200025" y="64293"/>
                  </a:lnTo>
                  <a:lnTo>
                    <a:pt x="198340" y="72633"/>
                  </a:lnTo>
                  <a:lnTo>
                    <a:pt x="193746" y="79446"/>
                  </a:lnTo>
                  <a:lnTo>
                    <a:pt x="186933" y="84040"/>
                  </a:lnTo>
                  <a:lnTo>
                    <a:pt x="178593" y="85725"/>
                  </a:lnTo>
                  <a:close/>
                </a:path>
                <a:path h="228600" w="285750">
                  <a:moveTo>
                    <a:pt x="200025" y="57150"/>
                  </a:moveTo>
                  <a:lnTo>
                    <a:pt x="171450" y="57150"/>
                  </a:lnTo>
                  <a:lnTo>
                    <a:pt x="171450" y="28575"/>
                  </a:lnTo>
                  <a:lnTo>
                    <a:pt x="200025" y="28575"/>
                  </a:lnTo>
                  <a:lnTo>
                    <a:pt x="200025" y="57150"/>
                  </a:lnTo>
                  <a:close/>
                </a:path>
                <a:path h="228600" w="285750">
                  <a:moveTo>
                    <a:pt x="157162" y="100012"/>
                  </a:moveTo>
                  <a:lnTo>
                    <a:pt x="128587" y="100012"/>
                  </a:lnTo>
                  <a:lnTo>
                    <a:pt x="128587" y="85725"/>
                  </a:lnTo>
                  <a:lnTo>
                    <a:pt x="157162" y="85725"/>
                  </a:lnTo>
                  <a:lnTo>
                    <a:pt x="157162" y="100012"/>
                  </a:lnTo>
                  <a:close/>
                </a:path>
                <a:path h="228600" w="285750">
                  <a:moveTo>
                    <a:pt x="279365" y="128587"/>
                  </a:moveTo>
                  <a:lnTo>
                    <a:pt x="6384" y="128587"/>
                  </a:lnTo>
                  <a:lnTo>
                    <a:pt x="0" y="122202"/>
                  </a:lnTo>
                  <a:lnTo>
                    <a:pt x="0" y="106397"/>
                  </a:lnTo>
                  <a:lnTo>
                    <a:pt x="6384" y="100012"/>
                  </a:lnTo>
                  <a:lnTo>
                    <a:pt x="279365" y="100012"/>
                  </a:lnTo>
                  <a:lnTo>
                    <a:pt x="285750" y="106397"/>
                  </a:lnTo>
                  <a:lnTo>
                    <a:pt x="285750" y="122202"/>
                  </a:lnTo>
                  <a:lnTo>
                    <a:pt x="279365" y="128587"/>
                  </a:lnTo>
                  <a:close/>
                </a:path>
                <a:path h="228600" w="285750">
                  <a:moveTo>
                    <a:pt x="85725" y="142875"/>
                  </a:moveTo>
                  <a:lnTo>
                    <a:pt x="57150" y="142875"/>
                  </a:lnTo>
                  <a:lnTo>
                    <a:pt x="57150" y="128587"/>
                  </a:lnTo>
                  <a:lnTo>
                    <a:pt x="85725" y="128587"/>
                  </a:lnTo>
                  <a:lnTo>
                    <a:pt x="85725" y="142875"/>
                  </a:lnTo>
                  <a:close/>
                </a:path>
                <a:path h="228600" w="285750">
                  <a:moveTo>
                    <a:pt x="228600" y="142875"/>
                  </a:moveTo>
                  <a:lnTo>
                    <a:pt x="200025" y="142875"/>
                  </a:lnTo>
                  <a:lnTo>
                    <a:pt x="200025" y="128587"/>
                  </a:lnTo>
                  <a:lnTo>
                    <a:pt x="228600" y="128587"/>
                  </a:lnTo>
                  <a:lnTo>
                    <a:pt x="228600" y="142875"/>
                  </a:lnTo>
                  <a:close/>
                </a:path>
                <a:path h="228600" w="285750">
                  <a:moveTo>
                    <a:pt x="107156" y="228600"/>
                  </a:moveTo>
                  <a:lnTo>
                    <a:pt x="35718" y="228600"/>
                  </a:lnTo>
                  <a:lnTo>
                    <a:pt x="27378" y="226915"/>
                  </a:lnTo>
                  <a:lnTo>
                    <a:pt x="20566" y="222321"/>
                  </a:lnTo>
                  <a:lnTo>
                    <a:pt x="15972" y="215508"/>
                  </a:lnTo>
                  <a:lnTo>
                    <a:pt x="14287" y="207168"/>
                  </a:lnTo>
                  <a:lnTo>
                    <a:pt x="14287" y="164306"/>
                  </a:lnTo>
                  <a:lnTo>
                    <a:pt x="15972" y="155966"/>
                  </a:lnTo>
                  <a:lnTo>
                    <a:pt x="20566" y="149153"/>
                  </a:lnTo>
                  <a:lnTo>
                    <a:pt x="27378" y="144559"/>
                  </a:lnTo>
                  <a:lnTo>
                    <a:pt x="35718" y="142875"/>
                  </a:lnTo>
                  <a:lnTo>
                    <a:pt x="107156" y="142875"/>
                  </a:lnTo>
                  <a:lnTo>
                    <a:pt x="115496" y="144559"/>
                  </a:lnTo>
                  <a:lnTo>
                    <a:pt x="122308" y="149153"/>
                  </a:lnTo>
                  <a:lnTo>
                    <a:pt x="126902" y="155966"/>
                  </a:lnTo>
                  <a:lnTo>
                    <a:pt x="128587" y="164306"/>
                  </a:lnTo>
                  <a:lnTo>
                    <a:pt x="128587" y="171450"/>
                  </a:lnTo>
                  <a:lnTo>
                    <a:pt x="42862" y="171450"/>
                  </a:lnTo>
                  <a:lnTo>
                    <a:pt x="42862" y="200025"/>
                  </a:lnTo>
                  <a:lnTo>
                    <a:pt x="128587" y="200025"/>
                  </a:lnTo>
                  <a:lnTo>
                    <a:pt x="128587" y="207168"/>
                  </a:lnTo>
                  <a:lnTo>
                    <a:pt x="126902" y="215508"/>
                  </a:lnTo>
                  <a:lnTo>
                    <a:pt x="122308" y="222321"/>
                  </a:lnTo>
                  <a:lnTo>
                    <a:pt x="115496" y="226915"/>
                  </a:lnTo>
                  <a:lnTo>
                    <a:pt x="107156" y="228600"/>
                  </a:lnTo>
                  <a:close/>
                </a:path>
                <a:path h="228600" w="285750">
                  <a:moveTo>
                    <a:pt x="250031" y="228600"/>
                  </a:moveTo>
                  <a:lnTo>
                    <a:pt x="178593" y="228600"/>
                  </a:lnTo>
                  <a:lnTo>
                    <a:pt x="170253" y="226915"/>
                  </a:lnTo>
                  <a:lnTo>
                    <a:pt x="163441" y="222321"/>
                  </a:lnTo>
                  <a:lnTo>
                    <a:pt x="158847" y="215508"/>
                  </a:lnTo>
                  <a:lnTo>
                    <a:pt x="157162" y="207168"/>
                  </a:lnTo>
                  <a:lnTo>
                    <a:pt x="157162" y="164306"/>
                  </a:lnTo>
                  <a:lnTo>
                    <a:pt x="158847" y="155966"/>
                  </a:lnTo>
                  <a:lnTo>
                    <a:pt x="163441" y="149153"/>
                  </a:lnTo>
                  <a:lnTo>
                    <a:pt x="170253" y="144559"/>
                  </a:lnTo>
                  <a:lnTo>
                    <a:pt x="178593" y="142875"/>
                  </a:lnTo>
                  <a:lnTo>
                    <a:pt x="250031" y="142875"/>
                  </a:lnTo>
                  <a:lnTo>
                    <a:pt x="258371" y="144559"/>
                  </a:lnTo>
                  <a:lnTo>
                    <a:pt x="265183" y="149153"/>
                  </a:lnTo>
                  <a:lnTo>
                    <a:pt x="269777" y="155966"/>
                  </a:lnTo>
                  <a:lnTo>
                    <a:pt x="271462" y="164306"/>
                  </a:lnTo>
                  <a:lnTo>
                    <a:pt x="271462" y="171450"/>
                  </a:lnTo>
                  <a:lnTo>
                    <a:pt x="185737" y="171450"/>
                  </a:lnTo>
                  <a:lnTo>
                    <a:pt x="185737" y="200025"/>
                  </a:lnTo>
                  <a:lnTo>
                    <a:pt x="271462" y="200025"/>
                  </a:lnTo>
                  <a:lnTo>
                    <a:pt x="271462" y="207168"/>
                  </a:lnTo>
                  <a:lnTo>
                    <a:pt x="269777" y="215508"/>
                  </a:lnTo>
                  <a:lnTo>
                    <a:pt x="265183" y="222321"/>
                  </a:lnTo>
                  <a:lnTo>
                    <a:pt x="258371" y="226915"/>
                  </a:lnTo>
                  <a:lnTo>
                    <a:pt x="250031" y="228600"/>
                  </a:lnTo>
                  <a:close/>
                </a:path>
                <a:path h="228600" w="285750">
                  <a:moveTo>
                    <a:pt x="128587" y="200025"/>
                  </a:moveTo>
                  <a:lnTo>
                    <a:pt x="100012" y="200025"/>
                  </a:lnTo>
                  <a:lnTo>
                    <a:pt x="100012" y="171450"/>
                  </a:lnTo>
                  <a:lnTo>
                    <a:pt x="128587" y="171450"/>
                  </a:lnTo>
                  <a:lnTo>
                    <a:pt x="128587" y="200025"/>
                  </a:lnTo>
                  <a:close/>
                </a:path>
                <a:path h="228600" w="285750">
                  <a:moveTo>
                    <a:pt x="271462" y="200025"/>
                  </a:moveTo>
                  <a:lnTo>
                    <a:pt x="242887" y="200025"/>
                  </a:lnTo>
                  <a:lnTo>
                    <a:pt x="242887" y="171450"/>
                  </a:lnTo>
                  <a:lnTo>
                    <a:pt x="271462" y="171450"/>
                  </a:lnTo>
                  <a:lnTo>
                    <a:pt x="271462" y="200025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15" name="object 15"/>
          <p:cNvSpPr/>
          <p:nvPr/>
        </p:nvSpPr>
        <p:spPr>
          <a:xfrm>
            <a:off x="1495424" y="47624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4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4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6" name="object 16"/>
          <p:cNvSpPr/>
          <p:nvPr/>
        </p:nvSpPr>
        <p:spPr>
          <a:xfrm>
            <a:off x="1495424" y="50291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3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7" name="object 17"/>
          <p:cNvSpPr/>
          <p:nvPr/>
        </p:nvSpPr>
        <p:spPr>
          <a:xfrm>
            <a:off x="1495424" y="52958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grpSp>
        <p:nvGrpSpPr>
          <p:cNvPr id="18" name="object 18"/>
          <p:cNvGrpSpPr/>
          <p:nvPr/>
        </p:nvGrpSpPr>
        <p:grpSpPr>
          <a:xfrm>
            <a:off x="609599" y="5753099"/>
            <a:ext cx="609600" cy="609600"/>
            <a:chOff x="609599" y="5753099"/>
            <a:chExt cx="609600" cy="609600"/>
          </a:xfrm>
        </p:grpSpPr>
        <p:sp>
          <p:nvSpPr>
            <p:cNvPr id="19" name="object 19"/>
            <p:cNvSpPr/>
            <p:nvPr/>
          </p:nvSpPr>
          <p:spPr>
            <a:xfrm>
              <a:off x="619124" y="57626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3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9" y="447076"/>
                  </a:lnTo>
                  <a:lnTo>
                    <a:pt x="22476" y="408270"/>
                  </a:lnTo>
                  <a:lnTo>
                    <a:pt x="8848" y="367020"/>
                  </a:lnTo>
                  <a:lnTo>
                    <a:pt x="1421" y="324216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9"/>
                  </a:lnTo>
                  <a:lnTo>
                    <a:pt x="17260" y="195798"/>
                  </a:lnTo>
                  <a:lnTo>
                    <a:pt x="34865" y="156082"/>
                  </a:lnTo>
                  <a:lnTo>
                    <a:pt x="58107" y="119378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8"/>
                  </a:lnTo>
                  <a:lnTo>
                    <a:pt x="555684" y="156082"/>
                  </a:lnTo>
                  <a:lnTo>
                    <a:pt x="573289" y="195798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79"/>
                  </a:lnTo>
                  <a:lnTo>
                    <a:pt x="573289" y="394749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6" y="555683"/>
                  </a:lnTo>
                  <a:lnTo>
                    <a:pt x="394750" y="573289"/>
                  </a:lnTo>
                  <a:lnTo>
                    <a:pt x="352880" y="584875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0" name="object 20"/>
            <p:cNvSpPr/>
            <p:nvPr/>
          </p:nvSpPr>
          <p:spPr>
            <a:xfrm>
              <a:off x="619124" y="57626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0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2"/>
                  </a:lnTo>
                  <a:lnTo>
                    <a:pt x="367020" y="581700"/>
                  </a:lnTo>
                  <a:lnTo>
                    <a:pt x="324216" y="589127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2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1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5"/>
                  </a:lnTo>
                  <a:lnTo>
                    <a:pt x="14903" y="202649"/>
                  </a:lnTo>
                  <a:lnTo>
                    <a:pt x="31527" y="162516"/>
                  </a:lnTo>
                  <a:lnTo>
                    <a:pt x="53863" y="125250"/>
                  </a:lnTo>
                  <a:lnTo>
                    <a:pt x="81421" y="91672"/>
                  </a:lnTo>
                  <a:lnTo>
                    <a:pt x="113614" y="62493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9" y="14904"/>
                  </a:lnTo>
                  <a:lnTo>
                    <a:pt x="428031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3"/>
                  </a:lnTo>
                  <a:lnTo>
                    <a:pt x="552188" y="149731"/>
                  </a:lnTo>
                  <a:lnTo>
                    <a:pt x="570765" y="189007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21" name="object 21"/>
            <p:cNvPicPr/>
            <p:nvPr/>
          </p:nvPicPr>
          <p:blipFill>
            <a:blip cstate="print" r:embed="rId2"/>
            <a:stretch>
              <a:fillRect/>
            </a:stretch>
          </p:blipFill>
          <p:spPr>
            <a:xfrm>
              <a:off x="800099" y="5957887"/>
              <a:ext cx="228600" cy="200025"/>
            </a:xfrm>
            <a:prstGeom prst="rect">
              <a:avLst/>
            </a:prstGeom>
          </p:spPr>
        </p:pic>
      </p:grpSp>
      <p:sp>
        <p:nvSpPr>
          <p:cNvPr id="22" name="object 22"/>
          <p:cNvSpPr/>
          <p:nvPr/>
        </p:nvSpPr>
        <p:spPr>
          <a:xfrm>
            <a:off x="1495424" y="66293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3" name="object 23"/>
          <p:cNvSpPr/>
          <p:nvPr/>
        </p:nvSpPr>
        <p:spPr>
          <a:xfrm>
            <a:off x="1495424" y="68960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5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95424" y="716279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40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333333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435099" y="1492250"/>
            <a:ext cx="9709785" cy="5803265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Windows Event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Viewer</a:t>
            </a:r>
            <a:endParaRPr sz="1800">
              <a:latin typeface="Segoe UI"/>
              <a:cs typeface="Segoe UI"/>
            </a:endParaRPr>
          </a:p>
          <a:p>
            <a:pPr marL="12700" marR="10160">
              <a:lnSpc>
                <a:spcPct val="116700"/>
              </a:lnSpc>
              <a:spcBef>
                <a:spcPts val="840"/>
              </a:spcBef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Native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Windows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tool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viewing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managing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system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events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logs.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configured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monitor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20" sz="1500">
                <a:solidFill>
                  <a:srgbClr val="333333"/>
                </a:solidFill>
                <a:latin typeface="Segoe UI"/>
                <a:cs typeface="Segoe UI"/>
              </a:rPr>
              <a:t>port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activities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generate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ports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go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experience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issues.</a:t>
            </a:r>
            <a:endParaRPr sz="15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975"/>
              </a:spcBef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Provides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event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logs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activity</a:t>
            </a:r>
            <a:endParaRPr sz="1350">
              <a:latin typeface="Segoe UI"/>
              <a:cs typeface="Segoe UI"/>
            </a:endParaRPr>
          </a:p>
          <a:p>
            <a:pPr marL="240665" marR="5441950">
              <a:lnSpc>
                <a:spcPct val="129600"/>
              </a:lnSpc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be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accessed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via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Manager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eventvwr.msc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Can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create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custom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views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port-specific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SNMP</a:t>
            </a:r>
            <a:r>
              <a:rPr dirty="0" spc="-4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(Simple</a:t>
            </a:r>
            <a:r>
              <a:rPr dirty="0" spc="-4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Network</a:t>
            </a:r>
            <a:r>
              <a:rPr dirty="0" spc="-4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Management</a:t>
            </a:r>
            <a:r>
              <a:rPr dirty="0" spc="-4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Protocol)</a:t>
            </a:r>
            <a:endParaRPr sz="1800">
              <a:latin typeface="Segoe UI"/>
              <a:cs typeface="Segoe UI"/>
            </a:endParaRPr>
          </a:p>
          <a:p>
            <a:pPr marL="12700" marR="5080">
              <a:lnSpc>
                <a:spcPct val="116700"/>
              </a:lnSpc>
              <a:spcBef>
                <a:spcPts val="835"/>
              </a:spcBef>
            </a:pP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Industry-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standard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protocol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for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managing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network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devices.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Generates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r>
              <a:rPr dirty="0" spc="-3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(traps)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monitored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ports</a:t>
            </a:r>
            <a:r>
              <a:rPr dirty="0" spc="-2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change</a:t>
            </a:r>
            <a:r>
              <a:rPr dirty="0" spc="-2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state</a:t>
            </a:r>
            <a:r>
              <a:rPr dirty="0" spc="-2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dirty="0" spc="-2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become</a:t>
            </a:r>
            <a:r>
              <a:rPr dirty="0" spc="-2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unavailable.</a:t>
            </a:r>
            <a:endParaRPr sz="1500">
              <a:latin typeface="Segoe UI"/>
              <a:cs typeface="Segoe UI"/>
            </a:endParaRPr>
          </a:p>
          <a:p>
            <a:pPr marL="240665" marR="4116704">
              <a:lnSpc>
                <a:spcPct val="129600"/>
              </a:lnSpc>
              <a:spcBef>
                <a:spcPts val="500"/>
              </a:spcBef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Uses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Management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Information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Base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(MIB)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define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monitored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objects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Configurable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through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Windows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SNMP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Service</a:t>
            </a:r>
            <a:endParaRPr sz="135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480"/>
              </a:spcBef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Sends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trap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messages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management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stations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when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status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changes</a:t>
            </a:r>
            <a:endParaRPr sz="13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1005"/>
              </a:spcBef>
            </a:pPr>
            <a:endParaRPr sz="13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</a:pP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Third-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Party</a:t>
            </a:r>
            <a:r>
              <a:rPr dirty="0" spc="-50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Monitoring</a:t>
            </a:r>
            <a:r>
              <a:rPr dirty="0" spc="-4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Tools</a:t>
            </a:r>
            <a:endParaRPr sz="18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Specialized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software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solutions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dirty="0" spc="-2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advanced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25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capabilities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333333"/>
                </a:solidFill>
                <a:latin typeface="Segoe UI"/>
                <a:cs typeface="Segoe UI"/>
              </a:rPr>
              <a:t>customizable</a:t>
            </a:r>
            <a:r>
              <a:rPr dirty="0" spc="-30" sz="150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333333"/>
                </a:solidFill>
                <a:latin typeface="Segoe UI"/>
                <a:cs typeface="Segoe UI"/>
              </a:rPr>
              <a:t>alerting.</a:t>
            </a:r>
            <a:endParaRPr sz="150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975"/>
              </a:spcBef>
            </a:pPr>
            <a:r>
              <a:rPr b="1" dirty="0" spc="-10" sz="1350">
                <a:solidFill>
                  <a:srgbClr val="333333"/>
                </a:solidFill>
                <a:latin typeface="Segoe UI"/>
                <a:cs typeface="Segoe UI"/>
              </a:rPr>
              <a:t>PRTG</a:t>
            </a:r>
            <a:r>
              <a:rPr b="1"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Network</a:t>
            </a:r>
            <a:r>
              <a:rPr b="1"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Monitor:</a:t>
            </a:r>
            <a:r>
              <a:rPr b="1"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Comprehensive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status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detailed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graphing</a:t>
            </a:r>
            <a:endParaRPr sz="135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480"/>
              </a:spcBef>
            </a:pP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SolarWinds:</a:t>
            </a:r>
            <a:r>
              <a:rPr b="1" dirty="0" spc="-4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Advanced</a:t>
            </a:r>
            <a:r>
              <a:rPr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suite</a:t>
            </a:r>
            <a:r>
              <a:rPr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4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availability</a:t>
            </a:r>
            <a:r>
              <a:rPr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testing</a:t>
            </a:r>
            <a:endParaRPr sz="1350">
              <a:latin typeface="Segoe UI"/>
              <a:cs typeface="Segoe UI"/>
            </a:endParaRPr>
          </a:p>
          <a:p>
            <a:pPr marL="240665">
              <a:lnSpc>
                <a:spcPct val="100000"/>
              </a:lnSpc>
              <a:spcBef>
                <a:spcPts val="480"/>
              </a:spcBef>
            </a:pP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Nagios:</a:t>
            </a:r>
            <a:r>
              <a:rPr b="1"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Open-source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solution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with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extensive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plugins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50531" y="7569200"/>
            <a:ext cx="956310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 sz="1350">
                <a:solidFill>
                  <a:srgbClr val="4A5462"/>
                </a:solidFill>
                <a:latin typeface="Segoe UI"/>
                <a:cs typeface="Segoe UI"/>
              </a:rPr>
              <a:t>Target</a:t>
            </a:r>
            <a:r>
              <a:rPr dirty="0" spc="-45" sz="135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4A5462"/>
                </a:solidFill>
                <a:latin typeface="Segoe UI"/>
                <a:cs typeface="Segoe UI"/>
              </a:rPr>
              <a:t>Ports: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781674" y="7543799"/>
            <a:ext cx="542925" cy="285750"/>
          </a:xfrm>
          <a:custGeom>
            <a:avLst/>
            <a:gdLst/>
            <a:ahLst/>
            <a:cxnLst/>
            <a:rect b="b" l="l" r="r" t="t"/>
            <a:pathLst>
              <a:path h="285750" w="542925">
                <a:moveTo>
                  <a:pt x="4000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7"/>
                </a:lnTo>
                <a:lnTo>
                  <a:pt x="28120" y="227991"/>
                </a:lnTo>
                <a:lnTo>
                  <a:pt x="8348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8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0049" y="0"/>
                </a:lnTo>
                <a:lnTo>
                  <a:pt x="441524" y="6150"/>
                </a:lnTo>
                <a:lnTo>
                  <a:pt x="479425" y="24078"/>
                </a:lnTo>
                <a:lnTo>
                  <a:pt x="510494" y="52234"/>
                </a:lnTo>
                <a:lnTo>
                  <a:pt x="532048" y="88198"/>
                </a:lnTo>
                <a:lnTo>
                  <a:pt x="542238" y="128870"/>
                </a:lnTo>
                <a:lnTo>
                  <a:pt x="542924" y="142874"/>
                </a:lnTo>
                <a:lnTo>
                  <a:pt x="542753" y="149894"/>
                </a:lnTo>
                <a:lnTo>
                  <a:pt x="534575" y="190999"/>
                </a:lnTo>
                <a:lnTo>
                  <a:pt x="514802" y="227991"/>
                </a:lnTo>
                <a:lnTo>
                  <a:pt x="485167" y="257627"/>
                </a:lnTo>
                <a:lnTo>
                  <a:pt x="448174" y="277400"/>
                </a:lnTo>
                <a:lnTo>
                  <a:pt x="407069" y="285578"/>
                </a:lnTo>
                <a:lnTo>
                  <a:pt x="4000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8" name="object 28"/>
          <p:cNvSpPr/>
          <p:nvPr/>
        </p:nvSpPr>
        <p:spPr>
          <a:xfrm>
            <a:off x="6400799" y="7543799"/>
            <a:ext cx="552450" cy="285750"/>
          </a:xfrm>
          <a:custGeom>
            <a:avLst/>
            <a:gdLst/>
            <a:ahLst/>
            <a:cxnLst/>
            <a:rect b="b" l="l" r="r" t="t"/>
            <a:pathLst>
              <a:path h="285750" w="552450">
                <a:moveTo>
                  <a:pt x="40957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6" y="257627"/>
                </a:lnTo>
                <a:lnTo>
                  <a:pt x="28120" y="227991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8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9574" y="0"/>
                </a:lnTo>
                <a:lnTo>
                  <a:pt x="451049" y="6150"/>
                </a:lnTo>
                <a:lnTo>
                  <a:pt x="488951" y="24078"/>
                </a:lnTo>
                <a:lnTo>
                  <a:pt x="520019" y="52234"/>
                </a:lnTo>
                <a:lnTo>
                  <a:pt x="541573" y="88198"/>
                </a:lnTo>
                <a:lnTo>
                  <a:pt x="551763" y="128870"/>
                </a:lnTo>
                <a:lnTo>
                  <a:pt x="552449" y="142874"/>
                </a:lnTo>
                <a:lnTo>
                  <a:pt x="552278" y="149894"/>
                </a:lnTo>
                <a:lnTo>
                  <a:pt x="544101" y="190999"/>
                </a:lnTo>
                <a:lnTo>
                  <a:pt x="524328" y="227991"/>
                </a:lnTo>
                <a:lnTo>
                  <a:pt x="494692" y="257627"/>
                </a:lnTo>
                <a:lnTo>
                  <a:pt x="457699" y="277400"/>
                </a:lnTo>
                <a:lnTo>
                  <a:pt x="416593" y="285578"/>
                </a:lnTo>
                <a:lnTo>
                  <a:pt x="40957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9" name="object 29"/>
          <p:cNvSpPr/>
          <p:nvPr/>
        </p:nvSpPr>
        <p:spPr>
          <a:xfrm>
            <a:off x="7029449" y="7543799"/>
            <a:ext cx="457200" cy="285750"/>
          </a:xfrm>
          <a:custGeom>
            <a:avLst/>
            <a:gdLst/>
            <a:ahLst/>
            <a:cxnLst/>
            <a:rect b="b" l="l" r="r" t="t"/>
            <a:pathLst>
              <a:path h="285750" w="457200">
                <a:moveTo>
                  <a:pt x="31432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5" y="257627"/>
                </a:lnTo>
                <a:lnTo>
                  <a:pt x="28119" y="227991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6" y="94748"/>
                </a:lnTo>
                <a:lnTo>
                  <a:pt x="28119" y="57756"/>
                </a:lnTo>
                <a:lnTo>
                  <a:pt x="57755" y="28120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314324" y="0"/>
                </a:lnTo>
                <a:lnTo>
                  <a:pt x="355798" y="6150"/>
                </a:lnTo>
                <a:lnTo>
                  <a:pt x="393700" y="24078"/>
                </a:lnTo>
                <a:lnTo>
                  <a:pt x="424769" y="52234"/>
                </a:lnTo>
                <a:lnTo>
                  <a:pt x="446323" y="88198"/>
                </a:lnTo>
                <a:lnTo>
                  <a:pt x="456513" y="128870"/>
                </a:lnTo>
                <a:lnTo>
                  <a:pt x="457199" y="142874"/>
                </a:lnTo>
                <a:lnTo>
                  <a:pt x="457028" y="149894"/>
                </a:lnTo>
                <a:lnTo>
                  <a:pt x="448850" y="190999"/>
                </a:lnTo>
                <a:lnTo>
                  <a:pt x="429077" y="227991"/>
                </a:lnTo>
                <a:lnTo>
                  <a:pt x="399442" y="257627"/>
                </a:lnTo>
                <a:lnTo>
                  <a:pt x="362449" y="277400"/>
                </a:lnTo>
                <a:lnTo>
                  <a:pt x="321344" y="285578"/>
                </a:lnTo>
                <a:lnTo>
                  <a:pt x="31432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5886251" y="7584439"/>
            <a:ext cx="150304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632460"/>
                <a:tab algn="l" pos="1252855"/>
              </a:tabLst>
            </a:pP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5" sz="105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574182" y="7912100"/>
            <a:ext cx="304419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Management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SOP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0" y="7924800"/>
            <a:ext cx="12192000" cy="514350"/>
            <a:chOff x="0" y="7924800"/>
            <a:chExt cx="12192000" cy="514350"/>
          </a:xfrm>
        </p:grpSpPr>
        <p:sp>
          <p:nvSpPr>
            <p:cNvPr id="33" name="object 33"/>
            <p:cNvSpPr/>
            <p:nvPr/>
          </p:nvSpPr>
          <p:spPr>
            <a:xfrm>
              <a:off x="0" y="8210549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4" name="object 34"/>
            <p:cNvSpPr/>
            <p:nvPr/>
          </p:nvSpPr>
          <p:spPr>
            <a:xfrm>
              <a:off x="10544174" y="7924800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35" name="object 35"/>
            <p:cNvPicPr/>
            <p:nvPr/>
          </p:nvPicPr>
          <p:blipFill>
            <a:blip cstate="print" r:embed="rId3"/>
            <a:stretch>
              <a:fillRect/>
            </a:stretch>
          </p:blipFill>
          <p:spPr>
            <a:xfrm>
              <a:off x="10658474" y="8020049"/>
              <a:ext cx="133349" cy="133349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10837018" y="8007350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dirty="0" spc="-15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dirty="0" spc="-10" sz="90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" y="6762749"/>
            <a:ext cx="11277600" cy="762000"/>
            <a:chOff x="457199" y="6762749"/>
            <a:chExt cx="11277600" cy="762000"/>
          </a:xfrm>
        </p:grpSpPr>
        <p:sp>
          <p:nvSpPr>
            <p:cNvPr id="3" name="object 3"/>
            <p:cNvSpPr/>
            <p:nvPr/>
          </p:nvSpPr>
          <p:spPr>
            <a:xfrm>
              <a:off x="476249" y="6762749"/>
              <a:ext cx="11258550" cy="762000"/>
            </a:xfrm>
            <a:custGeom>
              <a:avLst/>
              <a:gdLst/>
              <a:ahLst/>
              <a:cxnLst/>
              <a:rect b="b" l="l" r="r" t="t"/>
              <a:pathLst>
                <a:path h="762000" w="11258550">
                  <a:moveTo>
                    <a:pt x="11187352" y="761999"/>
                  </a:moveTo>
                  <a:lnTo>
                    <a:pt x="53397" y="761999"/>
                  </a:lnTo>
                  <a:lnTo>
                    <a:pt x="49681" y="761511"/>
                  </a:lnTo>
                  <a:lnTo>
                    <a:pt x="14085" y="736142"/>
                  </a:lnTo>
                  <a:lnTo>
                    <a:pt x="366" y="695758"/>
                  </a:lnTo>
                  <a:lnTo>
                    <a:pt x="0" y="690802"/>
                  </a:lnTo>
                  <a:lnTo>
                    <a:pt x="0" y="685799"/>
                  </a:lnTo>
                  <a:lnTo>
                    <a:pt x="0" y="71196"/>
                  </a:lnTo>
                  <a:lnTo>
                    <a:pt x="11716" y="29704"/>
                  </a:lnTo>
                  <a:lnTo>
                    <a:pt x="42320" y="2439"/>
                  </a:lnTo>
                  <a:lnTo>
                    <a:pt x="53397" y="0"/>
                  </a:lnTo>
                  <a:lnTo>
                    <a:pt x="11187352" y="0"/>
                  </a:lnTo>
                  <a:lnTo>
                    <a:pt x="11228841" y="15620"/>
                  </a:lnTo>
                  <a:lnTo>
                    <a:pt x="11254662" y="51661"/>
                  </a:lnTo>
                  <a:lnTo>
                    <a:pt x="11258549" y="71196"/>
                  </a:lnTo>
                  <a:lnTo>
                    <a:pt x="11258549" y="690802"/>
                  </a:lnTo>
                  <a:lnTo>
                    <a:pt x="11242925" y="732292"/>
                  </a:lnTo>
                  <a:lnTo>
                    <a:pt x="11206886" y="758112"/>
                  </a:lnTo>
                  <a:lnTo>
                    <a:pt x="11192307" y="761511"/>
                  </a:lnTo>
                  <a:lnTo>
                    <a:pt x="11187352" y="7619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57199" y="6763026"/>
              <a:ext cx="70485" cy="762000"/>
            </a:xfrm>
            <a:custGeom>
              <a:avLst/>
              <a:gdLst/>
              <a:ahLst/>
              <a:cxnLst/>
              <a:rect b="b" l="l" r="r" t="t"/>
              <a:pathLst>
                <a:path h="762000" w="70484">
                  <a:moveTo>
                    <a:pt x="70450" y="761444"/>
                  </a:moveTo>
                  <a:lnTo>
                    <a:pt x="33857" y="748891"/>
                  </a:lnTo>
                  <a:lnTo>
                    <a:pt x="5800" y="714681"/>
                  </a:lnTo>
                  <a:lnTo>
                    <a:pt x="0" y="685522"/>
                  </a:lnTo>
                  <a:lnTo>
                    <a:pt x="0" y="75922"/>
                  </a:lnTo>
                  <a:lnTo>
                    <a:pt x="12830" y="33578"/>
                  </a:lnTo>
                  <a:lnTo>
                    <a:pt x="47039" y="5521"/>
                  </a:lnTo>
                  <a:lnTo>
                    <a:pt x="70449" y="0"/>
                  </a:lnTo>
                  <a:lnTo>
                    <a:pt x="66287" y="1655"/>
                  </a:lnTo>
                  <a:lnTo>
                    <a:pt x="56951" y="9388"/>
                  </a:lnTo>
                  <a:lnTo>
                    <a:pt x="41000" y="46760"/>
                  </a:lnTo>
                  <a:lnTo>
                    <a:pt x="38100" y="75922"/>
                  </a:lnTo>
                  <a:lnTo>
                    <a:pt x="38100" y="685522"/>
                  </a:lnTo>
                  <a:lnTo>
                    <a:pt x="44515" y="727863"/>
                  </a:lnTo>
                  <a:lnTo>
                    <a:pt x="66287" y="759788"/>
                  </a:lnTo>
                  <a:lnTo>
                    <a:pt x="70450" y="761444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57200" y="600074"/>
            <a:ext cx="321945" cy="285750"/>
          </a:xfrm>
          <a:custGeom>
            <a:avLst/>
            <a:gdLst/>
            <a:ahLst/>
            <a:cxnLst/>
            <a:rect b="b" l="l" r="r" t="t"/>
            <a:pathLst>
              <a:path h="285750" w="321945">
                <a:moveTo>
                  <a:pt x="285750" y="232171"/>
                </a:moveTo>
                <a:lnTo>
                  <a:pt x="35718" y="232171"/>
                </a:lnTo>
                <a:lnTo>
                  <a:pt x="21826" y="229361"/>
                </a:lnTo>
                <a:lnTo>
                  <a:pt x="10471" y="221700"/>
                </a:lnTo>
                <a:lnTo>
                  <a:pt x="2810" y="210345"/>
                </a:lnTo>
                <a:lnTo>
                  <a:pt x="0" y="196453"/>
                </a:lnTo>
                <a:lnTo>
                  <a:pt x="0" y="35718"/>
                </a:lnTo>
                <a:lnTo>
                  <a:pt x="2810" y="21826"/>
                </a:lnTo>
                <a:lnTo>
                  <a:pt x="10471" y="10471"/>
                </a:lnTo>
                <a:lnTo>
                  <a:pt x="21826" y="2810"/>
                </a:lnTo>
                <a:lnTo>
                  <a:pt x="35718" y="0"/>
                </a:lnTo>
                <a:lnTo>
                  <a:pt x="285750" y="0"/>
                </a:lnTo>
                <a:lnTo>
                  <a:pt x="299642" y="2810"/>
                </a:lnTo>
                <a:lnTo>
                  <a:pt x="310997" y="10471"/>
                </a:lnTo>
                <a:lnTo>
                  <a:pt x="318658" y="21826"/>
                </a:lnTo>
                <a:lnTo>
                  <a:pt x="321468" y="35718"/>
                </a:lnTo>
                <a:lnTo>
                  <a:pt x="35718" y="35718"/>
                </a:lnTo>
                <a:lnTo>
                  <a:pt x="35718" y="160734"/>
                </a:lnTo>
                <a:lnTo>
                  <a:pt x="321468" y="160734"/>
                </a:lnTo>
                <a:lnTo>
                  <a:pt x="321468" y="196453"/>
                </a:lnTo>
                <a:lnTo>
                  <a:pt x="318658" y="210345"/>
                </a:lnTo>
                <a:lnTo>
                  <a:pt x="310997" y="221700"/>
                </a:lnTo>
                <a:lnTo>
                  <a:pt x="299642" y="229361"/>
                </a:lnTo>
                <a:lnTo>
                  <a:pt x="285750" y="232171"/>
                </a:lnTo>
                <a:close/>
              </a:path>
              <a:path h="285750" w="321945">
                <a:moveTo>
                  <a:pt x="321468" y="160734"/>
                </a:moveTo>
                <a:lnTo>
                  <a:pt x="285750" y="160734"/>
                </a:lnTo>
                <a:lnTo>
                  <a:pt x="285750" y="35718"/>
                </a:lnTo>
                <a:lnTo>
                  <a:pt x="321468" y="35718"/>
                </a:lnTo>
                <a:lnTo>
                  <a:pt x="321468" y="160734"/>
                </a:lnTo>
                <a:close/>
              </a:path>
              <a:path h="285750" w="321945">
                <a:moveTo>
                  <a:pt x="193495" y="250031"/>
                </a:moveTo>
                <a:lnTo>
                  <a:pt x="127973" y="250031"/>
                </a:lnTo>
                <a:lnTo>
                  <a:pt x="133945" y="232171"/>
                </a:lnTo>
                <a:lnTo>
                  <a:pt x="187523" y="232171"/>
                </a:lnTo>
                <a:lnTo>
                  <a:pt x="193495" y="250031"/>
                </a:lnTo>
                <a:close/>
              </a:path>
              <a:path h="285750" w="321945">
                <a:moveTo>
                  <a:pt x="242050" y="285750"/>
                </a:moveTo>
                <a:lnTo>
                  <a:pt x="79418" y="285750"/>
                </a:lnTo>
                <a:lnTo>
                  <a:pt x="71437" y="277769"/>
                </a:lnTo>
                <a:lnTo>
                  <a:pt x="71437" y="258012"/>
                </a:lnTo>
                <a:lnTo>
                  <a:pt x="79418" y="250031"/>
                </a:lnTo>
                <a:lnTo>
                  <a:pt x="242050" y="250031"/>
                </a:lnTo>
                <a:lnTo>
                  <a:pt x="250031" y="258012"/>
                </a:lnTo>
                <a:lnTo>
                  <a:pt x="250031" y="277769"/>
                </a:lnTo>
                <a:lnTo>
                  <a:pt x="242050" y="285750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2700" vert="horz" wrap="square">
            <a:spAutoFit/>
          </a:bodyPr>
          <a:lstStyle/>
          <a:p>
            <a:pPr marL="4826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40"/>
              <a:t> </a:t>
            </a:r>
            <a:r>
              <a:rPr dirty="0"/>
              <a:t>Windows</a:t>
            </a:r>
            <a:r>
              <a:rPr dirty="0" spc="-35"/>
              <a:t> </a:t>
            </a:r>
            <a:r>
              <a:rPr dirty="0"/>
              <a:t>Event</a:t>
            </a:r>
            <a:r>
              <a:rPr dirty="0" spc="-40"/>
              <a:t> </a:t>
            </a:r>
            <a:r>
              <a:rPr dirty="0" spc="-10"/>
              <a:t>Viewer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4500" y="1149350"/>
            <a:ext cx="2579370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30" sz="1800">
                <a:solidFill>
                  <a:srgbClr val="0078D4"/>
                </a:solidFill>
                <a:latin typeface="Segoe UI"/>
                <a:cs typeface="Segoe UI"/>
              </a:rPr>
              <a:t>Step-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by-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Step</a:t>
            </a:r>
            <a:r>
              <a:rPr dirty="0" spc="-50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Instructions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7199" y="1600199"/>
            <a:ext cx="304800" cy="3048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4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52995" y="1644650"/>
            <a:ext cx="113664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20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2133599" y="1876424"/>
            <a:ext cx="1066800" cy="276225"/>
          </a:xfrm>
          <a:custGeom>
            <a:avLst/>
            <a:gdLst/>
            <a:ahLst/>
            <a:cxnLst/>
            <a:rect b="b" l="l" r="r" t="t"/>
            <a:pathLst>
              <a:path h="276225" w="1066800">
                <a:moveTo>
                  <a:pt x="1033752" y="276224"/>
                </a:moveTo>
                <a:lnTo>
                  <a:pt x="33047" y="276224"/>
                </a:lnTo>
                <a:lnTo>
                  <a:pt x="28187" y="275258"/>
                </a:lnTo>
                <a:lnTo>
                  <a:pt x="966" y="248037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1033752" y="0"/>
                </a:lnTo>
                <a:lnTo>
                  <a:pt x="1065833" y="28187"/>
                </a:lnTo>
                <a:lnTo>
                  <a:pt x="1066799" y="33047"/>
                </a:lnTo>
                <a:lnTo>
                  <a:pt x="1066799" y="243177"/>
                </a:lnTo>
                <a:lnTo>
                  <a:pt x="1038612" y="275258"/>
                </a:lnTo>
                <a:lnTo>
                  <a:pt x="1033752" y="276224"/>
                </a:lnTo>
                <a:close/>
              </a:path>
            </a:pathLst>
          </a:custGeom>
          <a:solidFill>
            <a:srgbClr val="F2F4F5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63600" y="1515348"/>
            <a:ext cx="4436745" cy="833119"/>
          </a:xfrm>
          <a:prstGeom prst="rect">
            <a:avLst/>
          </a:prstGeom>
        </p:spPr>
        <p:txBody>
          <a:bodyPr bIns="0" lIns="0" numCol="1" rIns="0" rtlCol="0" tIns="11303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dirty="0" sz="1350">
                <a:latin typeface="Segoe UI Semibold"/>
                <a:cs typeface="Segoe UI Semibold"/>
              </a:rPr>
              <a:t>Open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Event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Viewer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345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Press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Win+R,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type</a:t>
            </a:r>
            <a:r>
              <a:rPr dirty="0" spc="114" sz="1200">
                <a:solidFill>
                  <a:srgbClr val="374050"/>
                </a:solidFill>
                <a:latin typeface="Segoe UI"/>
                <a:cs typeface="Segoe UI"/>
              </a:rPr>
              <a:t> 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eventvwr.msc</a:t>
            </a:r>
            <a:r>
              <a:rPr dirty="0" spc="120" sz="1200">
                <a:solidFill>
                  <a:srgbClr val="374050"/>
                </a:solidFill>
                <a:latin typeface="Segoe UI"/>
                <a:cs typeface="Segoe UI"/>
              </a:rPr>
              <a:t> 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and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press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Enter,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or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navigate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25" sz="1200">
                <a:solidFill>
                  <a:srgbClr val="374050"/>
                </a:solidFill>
                <a:latin typeface="Segoe UI"/>
                <a:cs typeface="Segoe UI"/>
              </a:rPr>
              <a:t>to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Administrative</a:t>
            </a:r>
            <a:r>
              <a:rPr dirty="0" spc="-4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Tools</a:t>
            </a:r>
            <a:r>
              <a:rPr dirty="0" spc="-3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in</a:t>
            </a:r>
            <a:r>
              <a:rPr dirty="0" spc="-3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Control</a:t>
            </a:r>
            <a:r>
              <a:rPr dirty="0" spc="-4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Panel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57199" y="2514599"/>
            <a:ext cx="304800" cy="3048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6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6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552995" y="2559050"/>
            <a:ext cx="113664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20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63600" y="2429748"/>
            <a:ext cx="3785235" cy="604520"/>
          </a:xfrm>
          <a:prstGeom prst="rect">
            <a:avLst/>
          </a:prstGeom>
        </p:spPr>
        <p:txBody>
          <a:bodyPr bIns="0" lIns="0" numCol="1" rIns="0" rtlCol="0" tIns="11303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dirty="0" sz="1350">
                <a:latin typeface="Segoe UI Semibold"/>
                <a:cs typeface="Segoe UI Semibold"/>
              </a:rPr>
              <a:t>Navigate</a:t>
            </a:r>
            <a:r>
              <a:rPr b="1" dirty="0" spc="-20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to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Event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Subscriptions</a:t>
            </a:r>
            <a:endParaRPr sz="13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Expand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Event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Viewer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(Local)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Windows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Logs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System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57199" y="3200399"/>
            <a:ext cx="304800" cy="3048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399" y="304799"/>
                </a:moveTo>
                <a:lnTo>
                  <a:pt x="108160" y="298239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2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552995" y="3244850"/>
            <a:ext cx="113664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20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63600" y="3115548"/>
            <a:ext cx="3402329" cy="604520"/>
          </a:xfrm>
          <a:prstGeom prst="rect">
            <a:avLst/>
          </a:prstGeom>
        </p:spPr>
        <p:txBody>
          <a:bodyPr bIns="0" lIns="0" numCol="1" rIns="0" rtlCol="0" tIns="11303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dirty="0" sz="1350">
                <a:latin typeface="Segoe UI Semibold"/>
                <a:cs typeface="Segoe UI Semibold"/>
              </a:rPr>
              <a:t>Filter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Current</a:t>
            </a:r>
            <a:r>
              <a:rPr b="1" dirty="0" spc="-10" sz="1350">
                <a:latin typeface="Segoe UI Semibold"/>
                <a:cs typeface="Segoe UI Semibold"/>
              </a:rPr>
              <a:t> </a:t>
            </a:r>
            <a:r>
              <a:rPr b="1" dirty="0" spc="-25" sz="1350">
                <a:latin typeface="Segoe UI Semibold"/>
                <a:cs typeface="Segoe UI Semibold"/>
              </a:rPr>
              <a:t>Log</a:t>
            </a:r>
            <a:endParaRPr sz="13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Right-click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on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System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and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select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Filter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Current</a:t>
            </a:r>
            <a:r>
              <a:rPr dirty="0" spc="-1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25" sz="1200">
                <a:solidFill>
                  <a:srgbClr val="374050"/>
                </a:solidFill>
                <a:latin typeface="Segoe UI"/>
                <a:cs typeface="Segoe UI"/>
              </a:rPr>
              <a:t>Log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57199" y="3886199"/>
            <a:ext cx="304800" cy="3048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399" y="304799"/>
                </a:moveTo>
                <a:lnTo>
                  <a:pt x="108160" y="298238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7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6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552995" y="3930649"/>
            <a:ext cx="113664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200">
                <a:solidFill>
                  <a:srgbClr val="FFFFFF"/>
                </a:solidFill>
                <a:latin typeface="Segoe UI"/>
                <a:cs typeface="Segoe UI"/>
              </a:rPr>
              <a:t>4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266824" y="4162424"/>
            <a:ext cx="857250" cy="276225"/>
          </a:xfrm>
          <a:custGeom>
            <a:avLst/>
            <a:gdLst/>
            <a:ahLst/>
            <a:cxnLst/>
            <a:rect b="b" l="l" r="r" t="t"/>
            <a:pathLst>
              <a:path h="276225" w="857250">
                <a:moveTo>
                  <a:pt x="824202" y="276224"/>
                </a:moveTo>
                <a:lnTo>
                  <a:pt x="33047" y="276224"/>
                </a:lnTo>
                <a:lnTo>
                  <a:pt x="28187" y="275257"/>
                </a:lnTo>
                <a:lnTo>
                  <a:pt x="966" y="248036"/>
                </a:lnTo>
                <a:lnTo>
                  <a:pt x="0" y="243177"/>
                </a:lnTo>
                <a:lnTo>
                  <a:pt x="0" y="238124"/>
                </a:lnTo>
                <a:lnTo>
                  <a:pt x="0" y="33047"/>
                </a:lnTo>
                <a:lnTo>
                  <a:pt x="28187" y="966"/>
                </a:lnTo>
                <a:lnTo>
                  <a:pt x="33047" y="0"/>
                </a:lnTo>
                <a:lnTo>
                  <a:pt x="824202" y="0"/>
                </a:lnTo>
                <a:lnTo>
                  <a:pt x="856283" y="28186"/>
                </a:lnTo>
                <a:lnTo>
                  <a:pt x="857249" y="33047"/>
                </a:lnTo>
                <a:lnTo>
                  <a:pt x="857249" y="243177"/>
                </a:lnTo>
                <a:lnTo>
                  <a:pt x="829062" y="275257"/>
                </a:lnTo>
                <a:lnTo>
                  <a:pt x="824202" y="276224"/>
                </a:lnTo>
                <a:close/>
              </a:path>
            </a:pathLst>
          </a:custGeom>
          <a:solidFill>
            <a:srgbClr val="F2F4F5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863600" y="3801347"/>
            <a:ext cx="4626610" cy="833119"/>
          </a:xfrm>
          <a:prstGeom prst="rect">
            <a:avLst/>
          </a:prstGeom>
        </p:spPr>
        <p:txBody>
          <a:bodyPr bIns="0" lIns="0" numCol="1" rIns="0" rtlCol="0" tIns="11303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dirty="0" sz="1350">
                <a:latin typeface="Segoe UI Semibold"/>
                <a:cs typeface="Segoe UI Semibold"/>
              </a:rPr>
              <a:t>Configure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Filter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345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Enter</a:t>
            </a:r>
            <a:r>
              <a:rPr dirty="0" spc="125" sz="1200">
                <a:solidFill>
                  <a:srgbClr val="374050"/>
                </a:solidFill>
                <a:latin typeface="Segoe UI"/>
                <a:cs typeface="Segoe UI"/>
              </a:rPr>
              <a:t> 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Port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Down</a:t>
            </a:r>
            <a:r>
              <a:rPr dirty="0" spc="125" sz="1200">
                <a:solidFill>
                  <a:srgbClr val="374050"/>
                </a:solidFill>
                <a:latin typeface="Segoe UI"/>
                <a:cs typeface="Segoe UI"/>
              </a:rPr>
              <a:t> 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in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the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keyword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field,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and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select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Critical,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Error,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25" sz="1200">
                <a:solidFill>
                  <a:srgbClr val="374050"/>
                </a:solidFill>
                <a:latin typeface="Segoe UI"/>
                <a:cs typeface="Segoe UI"/>
              </a:rPr>
              <a:t>and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Warning</a:t>
            </a:r>
            <a:r>
              <a:rPr dirty="0" spc="-3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event</a:t>
            </a:r>
            <a:r>
              <a:rPr dirty="0" spc="-3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levels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57199" y="4800599"/>
            <a:ext cx="304800" cy="3048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399" y="304799"/>
                </a:moveTo>
                <a:lnTo>
                  <a:pt x="108160" y="298238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8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4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4"/>
                </a:lnTo>
                <a:lnTo>
                  <a:pt x="243192" y="29995"/>
                </a:lnTo>
                <a:lnTo>
                  <a:pt x="274804" y="61606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52995" y="4845050"/>
            <a:ext cx="113664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200">
                <a:solidFill>
                  <a:srgbClr val="FFFFFF"/>
                </a:solidFill>
                <a:latin typeface="Segoe UI"/>
                <a:cs typeface="Segoe UI"/>
              </a:rPr>
              <a:t>5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914399" y="5333999"/>
            <a:ext cx="542925" cy="285750"/>
          </a:xfrm>
          <a:custGeom>
            <a:avLst/>
            <a:gdLst/>
            <a:ahLst/>
            <a:cxnLst/>
            <a:rect b="b" l="l" r="r" t="t"/>
            <a:pathLst>
              <a:path h="285750" w="542925">
                <a:moveTo>
                  <a:pt x="4000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8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0049" y="0"/>
                </a:lnTo>
                <a:lnTo>
                  <a:pt x="441524" y="6149"/>
                </a:lnTo>
                <a:lnTo>
                  <a:pt x="479426" y="24078"/>
                </a:lnTo>
                <a:lnTo>
                  <a:pt x="510494" y="52234"/>
                </a:lnTo>
                <a:lnTo>
                  <a:pt x="532049" y="88198"/>
                </a:lnTo>
                <a:lnTo>
                  <a:pt x="542238" y="128870"/>
                </a:lnTo>
                <a:lnTo>
                  <a:pt x="542924" y="142874"/>
                </a:lnTo>
                <a:lnTo>
                  <a:pt x="542753" y="149894"/>
                </a:lnTo>
                <a:lnTo>
                  <a:pt x="534576" y="190999"/>
                </a:lnTo>
                <a:lnTo>
                  <a:pt x="514803" y="227992"/>
                </a:lnTo>
                <a:lnTo>
                  <a:pt x="485167" y="257628"/>
                </a:lnTo>
                <a:lnTo>
                  <a:pt x="448175" y="277400"/>
                </a:lnTo>
                <a:lnTo>
                  <a:pt x="407069" y="285578"/>
                </a:lnTo>
                <a:lnTo>
                  <a:pt x="4000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5" name="object 25"/>
          <p:cNvSpPr/>
          <p:nvPr/>
        </p:nvSpPr>
        <p:spPr>
          <a:xfrm>
            <a:off x="1581149" y="5333999"/>
            <a:ext cx="542925" cy="285750"/>
          </a:xfrm>
          <a:custGeom>
            <a:avLst/>
            <a:gdLst/>
            <a:ahLst/>
            <a:cxnLst/>
            <a:rect b="b" l="l" r="r" t="t"/>
            <a:pathLst>
              <a:path h="285750" w="542925">
                <a:moveTo>
                  <a:pt x="4000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0049" y="0"/>
                </a:lnTo>
                <a:lnTo>
                  <a:pt x="441524" y="6149"/>
                </a:lnTo>
                <a:lnTo>
                  <a:pt x="479426" y="24078"/>
                </a:lnTo>
                <a:lnTo>
                  <a:pt x="510494" y="52234"/>
                </a:lnTo>
                <a:lnTo>
                  <a:pt x="532049" y="88198"/>
                </a:lnTo>
                <a:lnTo>
                  <a:pt x="542238" y="128870"/>
                </a:lnTo>
                <a:lnTo>
                  <a:pt x="542924" y="142874"/>
                </a:lnTo>
                <a:lnTo>
                  <a:pt x="542753" y="149894"/>
                </a:lnTo>
                <a:lnTo>
                  <a:pt x="534576" y="190999"/>
                </a:lnTo>
                <a:lnTo>
                  <a:pt x="514803" y="227992"/>
                </a:lnTo>
                <a:lnTo>
                  <a:pt x="485167" y="257628"/>
                </a:lnTo>
                <a:lnTo>
                  <a:pt x="448175" y="277400"/>
                </a:lnTo>
                <a:lnTo>
                  <a:pt x="407069" y="285578"/>
                </a:lnTo>
                <a:lnTo>
                  <a:pt x="4000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38374" y="5333999"/>
            <a:ext cx="466725" cy="285750"/>
          </a:xfrm>
          <a:custGeom>
            <a:avLst/>
            <a:gdLst/>
            <a:ahLst/>
            <a:cxnLst/>
            <a:rect b="b" l="l" r="r" t="t"/>
            <a:pathLst>
              <a:path h="285750" w="466725">
                <a:moveTo>
                  <a:pt x="3238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323849" y="0"/>
                </a:lnTo>
                <a:lnTo>
                  <a:pt x="365324" y="6149"/>
                </a:lnTo>
                <a:lnTo>
                  <a:pt x="403226" y="24078"/>
                </a:lnTo>
                <a:lnTo>
                  <a:pt x="434295" y="52234"/>
                </a:lnTo>
                <a:lnTo>
                  <a:pt x="455848" y="88198"/>
                </a:lnTo>
                <a:lnTo>
                  <a:pt x="466038" y="128870"/>
                </a:lnTo>
                <a:lnTo>
                  <a:pt x="466724" y="142874"/>
                </a:lnTo>
                <a:lnTo>
                  <a:pt x="466553" y="149894"/>
                </a:lnTo>
                <a:lnTo>
                  <a:pt x="458376" y="190999"/>
                </a:lnTo>
                <a:lnTo>
                  <a:pt x="438603" y="227992"/>
                </a:lnTo>
                <a:lnTo>
                  <a:pt x="408967" y="257628"/>
                </a:lnTo>
                <a:lnTo>
                  <a:pt x="371975" y="277400"/>
                </a:lnTo>
                <a:lnTo>
                  <a:pt x="330868" y="285578"/>
                </a:lnTo>
                <a:lnTo>
                  <a:pt x="3238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7199" y="5772149"/>
            <a:ext cx="304800" cy="304800"/>
          </a:xfrm>
          <a:custGeom>
            <a:avLst/>
            <a:gdLst/>
            <a:ahLst/>
            <a:cxnLst/>
            <a:rect b="b" l="l" r="r" t="t"/>
            <a:pathLst>
              <a:path h="304800" w="304800">
                <a:moveTo>
                  <a:pt x="152399" y="304799"/>
                </a:moveTo>
                <a:lnTo>
                  <a:pt x="108160" y="298238"/>
                </a:lnTo>
                <a:lnTo>
                  <a:pt x="67731" y="279115"/>
                </a:lnTo>
                <a:lnTo>
                  <a:pt x="34591" y="249082"/>
                </a:lnTo>
                <a:lnTo>
                  <a:pt x="11600" y="210720"/>
                </a:lnTo>
                <a:lnTo>
                  <a:pt x="732" y="167338"/>
                </a:lnTo>
                <a:lnTo>
                  <a:pt x="0" y="152399"/>
                </a:lnTo>
                <a:lnTo>
                  <a:pt x="182" y="144912"/>
                </a:lnTo>
                <a:lnTo>
                  <a:pt x="8904" y="101065"/>
                </a:lnTo>
                <a:lnTo>
                  <a:pt x="29995" y="61607"/>
                </a:lnTo>
                <a:lnTo>
                  <a:pt x="61607" y="29995"/>
                </a:lnTo>
                <a:lnTo>
                  <a:pt x="101066" y="8903"/>
                </a:lnTo>
                <a:lnTo>
                  <a:pt x="144912" y="183"/>
                </a:lnTo>
                <a:lnTo>
                  <a:pt x="152399" y="0"/>
                </a:lnTo>
                <a:lnTo>
                  <a:pt x="159886" y="183"/>
                </a:lnTo>
                <a:lnTo>
                  <a:pt x="203733" y="8903"/>
                </a:lnTo>
                <a:lnTo>
                  <a:pt x="243192" y="29995"/>
                </a:lnTo>
                <a:lnTo>
                  <a:pt x="274804" y="61607"/>
                </a:lnTo>
                <a:lnTo>
                  <a:pt x="295895" y="101065"/>
                </a:lnTo>
                <a:lnTo>
                  <a:pt x="304616" y="144912"/>
                </a:lnTo>
                <a:lnTo>
                  <a:pt x="304799" y="152399"/>
                </a:lnTo>
                <a:lnTo>
                  <a:pt x="304616" y="159887"/>
                </a:lnTo>
                <a:lnTo>
                  <a:pt x="295895" y="203733"/>
                </a:lnTo>
                <a:lnTo>
                  <a:pt x="274804" y="243191"/>
                </a:lnTo>
                <a:lnTo>
                  <a:pt x="243192" y="274803"/>
                </a:lnTo>
                <a:lnTo>
                  <a:pt x="203733" y="295894"/>
                </a:lnTo>
                <a:lnTo>
                  <a:pt x="159886" y="304616"/>
                </a:lnTo>
                <a:lnTo>
                  <a:pt x="152399" y="3047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52995" y="4715747"/>
            <a:ext cx="5405755" cy="1804670"/>
          </a:xfrm>
          <a:prstGeom prst="rect">
            <a:avLst/>
          </a:prstGeom>
        </p:spPr>
        <p:txBody>
          <a:bodyPr bIns="0" lIns="0" numCol="1" rIns="0" rtlCol="0" tIns="113030" vert="horz" wrap="square">
            <a:spAutoFit/>
          </a:bodyPr>
          <a:lstStyle/>
          <a:p>
            <a:pPr marL="323215">
              <a:lnSpc>
                <a:spcPct val="100000"/>
              </a:lnSpc>
              <a:spcBef>
                <a:spcPts val="890"/>
              </a:spcBef>
            </a:pPr>
            <a:r>
              <a:rPr b="1" dirty="0" sz="1350">
                <a:latin typeface="Segoe UI Semibold"/>
                <a:cs typeface="Segoe UI Semibold"/>
              </a:rPr>
              <a:t>Create</a:t>
            </a:r>
            <a:r>
              <a:rPr b="1" dirty="0" spc="-20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Custom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View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for</a:t>
            </a:r>
            <a:r>
              <a:rPr b="1" dirty="0" spc="-15" sz="1350">
                <a:latin typeface="Segoe UI Semibold"/>
                <a:cs typeface="Segoe UI Semibold"/>
              </a:rPr>
              <a:t> </a:t>
            </a:r>
            <a:r>
              <a:rPr b="1" dirty="0" spc="-20" sz="1350">
                <a:latin typeface="Segoe UI Semibold"/>
                <a:cs typeface="Segoe UI Semibold"/>
              </a:rPr>
              <a:t>Ports</a:t>
            </a:r>
            <a:endParaRPr sz="1350">
              <a:latin typeface="Segoe UI Semibold"/>
              <a:cs typeface="Segoe UI Semibold"/>
            </a:endParaRPr>
          </a:p>
          <a:p>
            <a:pPr marL="323215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Right-click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Custom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Views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→ Create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Custom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View →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Add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XML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filter for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ports</a:t>
            </a:r>
            <a:endParaRPr sz="1200">
              <a:latin typeface="Segoe UI"/>
              <a:cs typeface="Segoe UI"/>
            </a:endParaRPr>
          </a:p>
          <a:p>
            <a:pPr marL="475615">
              <a:lnSpc>
                <a:spcPct val="100000"/>
              </a:lnSpc>
              <a:spcBef>
                <a:spcPts val="660"/>
              </a:spcBef>
              <a:tabLst>
                <a:tab algn="l" pos="1137285"/>
                <a:tab algn="l" pos="1799589"/>
              </a:tabLst>
            </a:pP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5" sz="105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  <a:p>
            <a:pPr>
              <a:lnSpc>
                <a:spcPct val="100000"/>
              </a:lnSpc>
              <a:spcBef>
                <a:spcPts val="645"/>
              </a:spcBef>
            </a:pPr>
            <a:endParaRPr sz="105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tabLst>
                <a:tab algn="l" pos="323215"/>
              </a:tabLst>
            </a:pPr>
            <a:r>
              <a:rPr b="1" dirty="0" spc="-50" sz="1200">
                <a:solidFill>
                  <a:srgbClr val="FFFFFF"/>
                </a:solidFill>
                <a:latin typeface="Segoe UI"/>
                <a:cs typeface="Segoe UI"/>
              </a:rPr>
              <a:t>6</a:t>
            </a:r>
            <a:r>
              <a:rPr b="1" dirty="0" sz="120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baseline="2057" dirty="0" sz="2025">
                <a:latin typeface="Segoe UI Semibold"/>
                <a:cs typeface="Segoe UI Semibold"/>
              </a:rPr>
              <a:t>Disable </a:t>
            </a:r>
            <a:r>
              <a:rPr b="1" baseline="2057" dirty="0" spc="-15" sz="2025">
                <a:latin typeface="Segoe UI Semibold"/>
                <a:cs typeface="Segoe UI Semibold"/>
              </a:rPr>
              <a:t>Alerts</a:t>
            </a:r>
            <a:endParaRPr baseline="2057" sz="2025">
              <a:latin typeface="Segoe UI Semibold"/>
              <a:cs typeface="Segoe UI Semibold"/>
            </a:endParaRPr>
          </a:p>
          <a:p>
            <a:pPr marL="323215" marR="73660">
              <a:lnSpc>
                <a:spcPct val="125000"/>
              </a:lnSpc>
              <a:spcBef>
                <a:spcPts val="270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Right-click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the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custom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view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Properties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Actions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tab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→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Uncheck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Log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pc="-25" sz="1200">
                <a:solidFill>
                  <a:srgbClr val="374050"/>
                </a:solidFill>
                <a:latin typeface="Segoe UI"/>
                <a:cs typeface="Segoe UI"/>
              </a:rPr>
              <a:t>an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entry in the application event </a:t>
            </a:r>
            <a:r>
              <a:rPr dirty="0" spc="-25" sz="1200">
                <a:solidFill>
                  <a:srgbClr val="374050"/>
                </a:solidFill>
                <a:latin typeface="Segoe UI"/>
                <a:cs typeface="Segoe UI"/>
              </a:rPr>
              <a:t>log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9" name="object 29"/>
          <p:cNvGrpSpPr/>
          <p:nvPr/>
        </p:nvGrpSpPr>
        <p:grpSpPr>
          <a:xfrm>
            <a:off x="6210299" y="1600199"/>
            <a:ext cx="5524500" cy="2133600"/>
            <a:chOff x="6210299" y="1600199"/>
            <a:chExt cx="5524500" cy="2133600"/>
          </a:xfrm>
        </p:grpSpPr>
        <p:sp>
          <p:nvSpPr>
            <p:cNvPr id="30" name="object 30"/>
            <p:cNvSpPr/>
            <p:nvPr/>
          </p:nvSpPr>
          <p:spPr>
            <a:xfrm>
              <a:off x="6210299" y="1600199"/>
              <a:ext cx="5524500" cy="2133600"/>
            </a:xfrm>
            <a:custGeom>
              <a:avLst/>
              <a:gdLst/>
              <a:ahLst/>
              <a:cxnLst/>
              <a:rect b="b" l="l" r="r" t="t"/>
              <a:pathLst>
                <a:path h="2133600" w="5524500">
                  <a:moveTo>
                    <a:pt x="5448299" y="2133599"/>
                  </a:moveTo>
                  <a:lnTo>
                    <a:pt x="76199" y="2133599"/>
                  </a:lnTo>
                  <a:lnTo>
                    <a:pt x="68693" y="2133237"/>
                  </a:lnTo>
                  <a:lnTo>
                    <a:pt x="27881" y="2116332"/>
                  </a:lnTo>
                  <a:lnTo>
                    <a:pt x="3262" y="2079485"/>
                  </a:lnTo>
                  <a:lnTo>
                    <a:pt x="0" y="20573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448299" y="0"/>
                  </a:lnTo>
                  <a:lnTo>
                    <a:pt x="5490641" y="12830"/>
                  </a:lnTo>
                  <a:lnTo>
                    <a:pt x="5518698" y="47039"/>
                  </a:lnTo>
                  <a:lnTo>
                    <a:pt x="5524499" y="76199"/>
                  </a:lnTo>
                  <a:lnTo>
                    <a:pt x="5524499" y="2057399"/>
                  </a:lnTo>
                  <a:lnTo>
                    <a:pt x="5511668" y="2099741"/>
                  </a:lnTo>
                  <a:lnTo>
                    <a:pt x="5477458" y="2127798"/>
                  </a:lnTo>
                  <a:lnTo>
                    <a:pt x="5448299" y="21335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1" name="object 31"/>
            <p:cNvSpPr/>
            <p:nvPr/>
          </p:nvSpPr>
          <p:spPr>
            <a:xfrm>
              <a:off x="6210287" y="1600199"/>
              <a:ext cx="5524500" cy="2133600"/>
            </a:xfrm>
            <a:custGeom>
              <a:avLst/>
              <a:gdLst/>
              <a:ahLst/>
              <a:cxnLst/>
              <a:rect b="b" l="l" r="r" t="t"/>
              <a:pathLst>
                <a:path h="2133600" w="5524500">
                  <a:moveTo>
                    <a:pt x="19050" y="1918131"/>
                  </a:moveTo>
                  <a:lnTo>
                    <a:pt x="0" y="1918131"/>
                  </a:lnTo>
                  <a:lnTo>
                    <a:pt x="0" y="1975281"/>
                  </a:lnTo>
                  <a:lnTo>
                    <a:pt x="19050" y="1975281"/>
                  </a:lnTo>
                  <a:lnTo>
                    <a:pt x="19050" y="1918131"/>
                  </a:lnTo>
                  <a:close/>
                </a:path>
                <a:path h="2133600" w="5524500">
                  <a:moveTo>
                    <a:pt x="19050" y="1823059"/>
                  </a:moveTo>
                  <a:lnTo>
                    <a:pt x="0" y="1823059"/>
                  </a:lnTo>
                  <a:lnTo>
                    <a:pt x="0" y="1880209"/>
                  </a:lnTo>
                  <a:lnTo>
                    <a:pt x="19050" y="1880209"/>
                  </a:lnTo>
                  <a:lnTo>
                    <a:pt x="19050" y="1823059"/>
                  </a:lnTo>
                  <a:close/>
                </a:path>
                <a:path h="2133600" w="5524500">
                  <a:moveTo>
                    <a:pt x="19050" y="1727987"/>
                  </a:moveTo>
                  <a:lnTo>
                    <a:pt x="0" y="1727987"/>
                  </a:lnTo>
                  <a:lnTo>
                    <a:pt x="0" y="1785137"/>
                  </a:lnTo>
                  <a:lnTo>
                    <a:pt x="19050" y="1785137"/>
                  </a:lnTo>
                  <a:lnTo>
                    <a:pt x="19050" y="1727987"/>
                  </a:lnTo>
                  <a:close/>
                </a:path>
                <a:path h="2133600" w="5524500">
                  <a:moveTo>
                    <a:pt x="19050" y="1632915"/>
                  </a:moveTo>
                  <a:lnTo>
                    <a:pt x="0" y="1632915"/>
                  </a:lnTo>
                  <a:lnTo>
                    <a:pt x="0" y="1690065"/>
                  </a:lnTo>
                  <a:lnTo>
                    <a:pt x="19050" y="1690065"/>
                  </a:lnTo>
                  <a:lnTo>
                    <a:pt x="19050" y="1632915"/>
                  </a:lnTo>
                  <a:close/>
                </a:path>
                <a:path h="2133600" w="5524500">
                  <a:moveTo>
                    <a:pt x="19050" y="1537855"/>
                  </a:moveTo>
                  <a:lnTo>
                    <a:pt x="0" y="1537855"/>
                  </a:lnTo>
                  <a:lnTo>
                    <a:pt x="0" y="1595005"/>
                  </a:lnTo>
                  <a:lnTo>
                    <a:pt x="19050" y="1595005"/>
                  </a:lnTo>
                  <a:lnTo>
                    <a:pt x="19050" y="1537855"/>
                  </a:lnTo>
                  <a:close/>
                </a:path>
                <a:path h="2133600" w="5524500">
                  <a:moveTo>
                    <a:pt x="19050" y="1442783"/>
                  </a:moveTo>
                  <a:lnTo>
                    <a:pt x="0" y="1442783"/>
                  </a:lnTo>
                  <a:lnTo>
                    <a:pt x="0" y="1499933"/>
                  </a:lnTo>
                  <a:lnTo>
                    <a:pt x="19050" y="1499933"/>
                  </a:lnTo>
                  <a:lnTo>
                    <a:pt x="19050" y="1442783"/>
                  </a:lnTo>
                  <a:close/>
                </a:path>
                <a:path h="2133600" w="5524500">
                  <a:moveTo>
                    <a:pt x="19050" y="1347711"/>
                  </a:moveTo>
                  <a:lnTo>
                    <a:pt x="0" y="1347711"/>
                  </a:lnTo>
                  <a:lnTo>
                    <a:pt x="0" y="1404861"/>
                  </a:lnTo>
                  <a:lnTo>
                    <a:pt x="19050" y="1404861"/>
                  </a:lnTo>
                  <a:lnTo>
                    <a:pt x="19050" y="1347711"/>
                  </a:lnTo>
                  <a:close/>
                </a:path>
                <a:path h="2133600" w="5524500">
                  <a:moveTo>
                    <a:pt x="19050" y="1252639"/>
                  </a:moveTo>
                  <a:lnTo>
                    <a:pt x="0" y="1252639"/>
                  </a:lnTo>
                  <a:lnTo>
                    <a:pt x="0" y="1309789"/>
                  </a:lnTo>
                  <a:lnTo>
                    <a:pt x="19050" y="1309789"/>
                  </a:lnTo>
                  <a:lnTo>
                    <a:pt x="19050" y="1252639"/>
                  </a:lnTo>
                  <a:close/>
                </a:path>
                <a:path h="2133600" w="5524500">
                  <a:moveTo>
                    <a:pt x="19050" y="1157566"/>
                  </a:moveTo>
                  <a:lnTo>
                    <a:pt x="0" y="1157566"/>
                  </a:lnTo>
                  <a:lnTo>
                    <a:pt x="0" y="1214716"/>
                  </a:lnTo>
                  <a:lnTo>
                    <a:pt x="19050" y="1214716"/>
                  </a:lnTo>
                  <a:lnTo>
                    <a:pt x="19050" y="1157566"/>
                  </a:lnTo>
                  <a:close/>
                </a:path>
                <a:path h="2133600" w="5524500">
                  <a:moveTo>
                    <a:pt x="19050" y="1062494"/>
                  </a:moveTo>
                  <a:lnTo>
                    <a:pt x="0" y="1062494"/>
                  </a:lnTo>
                  <a:lnTo>
                    <a:pt x="0" y="1119644"/>
                  </a:lnTo>
                  <a:lnTo>
                    <a:pt x="19050" y="1119644"/>
                  </a:lnTo>
                  <a:lnTo>
                    <a:pt x="19050" y="1062494"/>
                  </a:lnTo>
                  <a:close/>
                </a:path>
                <a:path h="2133600" w="5524500">
                  <a:moveTo>
                    <a:pt x="19050" y="967435"/>
                  </a:moveTo>
                  <a:lnTo>
                    <a:pt x="0" y="967435"/>
                  </a:lnTo>
                  <a:lnTo>
                    <a:pt x="0" y="1024585"/>
                  </a:lnTo>
                  <a:lnTo>
                    <a:pt x="19050" y="1024585"/>
                  </a:lnTo>
                  <a:lnTo>
                    <a:pt x="19050" y="967435"/>
                  </a:lnTo>
                  <a:close/>
                </a:path>
                <a:path h="2133600" w="5524500">
                  <a:moveTo>
                    <a:pt x="19050" y="872363"/>
                  </a:moveTo>
                  <a:lnTo>
                    <a:pt x="0" y="872363"/>
                  </a:lnTo>
                  <a:lnTo>
                    <a:pt x="0" y="929513"/>
                  </a:lnTo>
                  <a:lnTo>
                    <a:pt x="19050" y="929513"/>
                  </a:lnTo>
                  <a:lnTo>
                    <a:pt x="19050" y="872363"/>
                  </a:lnTo>
                  <a:close/>
                </a:path>
                <a:path h="2133600" w="5524500">
                  <a:moveTo>
                    <a:pt x="19050" y="777290"/>
                  </a:moveTo>
                  <a:lnTo>
                    <a:pt x="0" y="777290"/>
                  </a:lnTo>
                  <a:lnTo>
                    <a:pt x="0" y="834440"/>
                  </a:lnTo>
                  <a:lnTo>
                    <a:pt x="19050" y="834440"/>
                  </a:lnTo>
                  <a:lnTo>
                    <a:pt x="19050" y="777290"/>
                  </a:lnTo>
                  <a:close/>
                </a:path>
                <a:path h="2133600" w="5524500">
                  <a:moveTo>
                    <a:pt x="19050" y="682218"/>
                  </a:moveTo>
                  <a:lnTo>
                    <a:pt x="0" y="682218"/>
                  </a:lnTo>
                  <a:lnTo>
                    <a:pt x="0" y="739368"/>
                  </a:lnTo>
                  <a:lnTo>
                    <a:pt x="19050" y="739368"/>
                  </a:lnTo>
                  <a:lnTo>
                    <a:pt x="19050" y="682218"/>
                  </a:lnTo>
                  <a:close/>
                </a:path>
                <a:path h="2133600" w="5524500">
                  <a:moveTo>
                    <a:pt x="19050" y="587146"/>
                  </a:moveTo>
                  <a:lnTo>
                    <a:pt x="0" y="587146"/>
                  </a:lnTo>
                  <a:lnTo>
                    <a:pt x="0" y="644296"/>
                  </a:lnTo>
                  <a:lnTo>
                    <a:pt x="19050" y="644296"/>
                  </a:lnTo>
                  <a:lnTo>
                    <a:pt x="19050" y="587146"/>
                  </a:lnTo>
                  <a:close/>
                </a:path>
                <a:path h="2133600" w="5524500">
                  <a:moveTo>
                    <a:pt x="19050" y="492074"/>
                  </a:moveTo>
                  <a:lnTo>
                    <a:pt x="0" y="492074"/>
                  </a:lnTo>
                  <a:lnTo>
                    <a:pt x="0" y="549224"/>
                  </a:lnTo>
                  <a:lnTo>
                    <a:pt x="19050" y="549224"/>
                  </a:lnTo>
                  <a:lnTo>
                    <a:pt x="19050" y="492074"/>
                  </a:lnTo>
                  <a:close/>
                </a:path>
                <a:path h="2133600" w="5524500">
                  <a:moveTo>
                    <a:pt x="19050" y="397002"/>
                  </a:moveTo>
                  <a:lnTo>
                    <a:pt x="0" y="397002"/>
                  </a:lnTo>
                  <a:lnTo>
                    <a:pt x="0" y="454152"/>
                  </a:lnTo>
                  <a:lnTo>
                    <a:pt x="19050" y="454152"/>
                  </a:lnTo>
                  <a:lnTo>
                    <a:pt x="19050" y="397002"/>
                  </a:lnTo>
                  <a:close/>
                </a:path>
                <a:path h="2133600" w="5524500">
                  <a:moveTo>
                    <a:pt x="19050" y="301942"/>
                  </a:moveTo>
                  <a:lnTo>
                    <a:pt x="0" y="301942"/>
                  </a:lnTo>
                  <a:lnTo>
                    <a:pt x="0" y="359092"/>
                  </a:lnTo>
                  <a:lnTo>
                    <a:pt x="19050" y="359092"/>
                  </a:lnTo>
                  <a:lnTo>
                    <a:pt x="19050" y="301942"/>
                  </a:lnTo>
                  <a:close/>
                </a:path>
                <a:path h="2133600" w="5524500">
                  <a:moveTo>
                    <a:pt x="19050" y="206870"/>
                  </a:moveTo>
                  <a:lnTo>
                    <a:pt x="0" y="206870"/>
                  </a:lnTo>
                  <a:lnTo>
                    <a:pt x="0" y="264020"/>
                  </a:lnTo>
                  <a:lnTo>
                    <a:pt x="19050" y="264020"/>
                  </a:lnTo>
                  <a:lnTo>
                    <a:pt x="19050" y="206870"/>
                  </a:lnTo>
                  <a:close/>
                </a:path>
                <a:path h="2133600" w="5524500">
                  <a:moveTo>
                    <a:pt x="19050" y="111798"/>
                  </a:moveTo>
                  <a:lnTo>
                    <a:pt x="0" y="111798"/>
                  </a:lnTo>
                  <a:lnTo>
                    <a:pt x="0" y="168948"/>
                  </a:lnTo>
                  <a:lnTo>
                    <a:pt x="19050" y="168948"/>
                  </a:lnTo>
                  <a:lnTo>
                    <a:pt x="19050" y="111798"/>
                  </a:lnTo>
                  <a:close/>
                </a:path>
                <a:path h="2133600" w="5524500">
                  <a:moveTo>
                    <a:pt x="19710" y="2068258"/>
                  </a:moveTo>
                  <a:lnTo>
                    <a:pt x="19050" y="2064918"/>
                  </a:lnTo>
                  <a:lnTo>
                    <a:pt x="19050" y="2013204"/>
                  </a:lnTo>
                  <a:lnTo>
                    <a:pt x="0" y="2013204"/>
                  </a:lnTo>
                  <a:lnTo>
                    <a:pt x="0" y="2057400"/>
                  </a:lnTo>
                  <a:lnTo>
                    <a:pt x="368" y="2064918"/>
                  </a:lnTo>
                  <a:lnTo>
                    <a:pt x="1384" y="2071789"/>
                  </a:lnTo>
                  <a:lnTo>
                    <a:pt x="19710" y="2068258"/>
                  </a:lnTo>
                  <a:close/>
                </a:path>
                <a:path h="2133600" w="5524500">
                  <a:moveTo>
                    <a:pt x="40424" y="31165"/>
                  </a:moveTo>
                  <a:lnTo>
                    <a:pt x="28829" y="16573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27" y="73685"/>
                  </a:lnTo>
                  <a:lnTo>
                    <a:pt x="19050" y="74307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788" y="35801"/>
                  </a:lnTo>
                  <a:lnTo>
                    <a:pt x="40424" y="31165"/>
                  </a:lnTo>
                  <a:close/>
                </a:path>
                <a:path h="2133600" w="5524500">
                  <a:moveTo>
                    <a:pt x="80162" y="2114550"/>
                  </a:moveTo>
                  <a:lnTo>
                    <a:pt x="68630" y="2114550"/>
                  </a:lnTo>
                  <a:lnTo>
                    <a:pt x="61341" y="2113102"/>
                  </a:lnTo>
                  <a:lnTo>
                    <a:pt x="47332" y="2107311"/>
                  </a:lnTo>
                  <a:lnTo>
                    <a:pt x="41148" y="2103170"/>
                  </a:lnTo>
                  <a:lnTo>
                    <a:pt x="35801" y="2097811"/>
                  </a:lnTo>
                  <a:lnTo>
                    <a:pt x="35077" y="2097100"/>
                  </a:lnTo>
                  <a:lnTo>
                    <a:pt x="21412" y="2110282"/>
                  </a:lnTo>
                  <a:lnTo>
                    <a:pt x="22326" y="2111286"/>
                  </a:lnTo>
                  <a:lnTo>
                    <a:pt x="27889" y="2116340"/>
                  </a:lnTo>
                  <a:lnTo>
                    <a:pt x="68694" y="2133244"/>
                  </a:lnTo>
                  <a:lnTo>
                    <a:pt x="76200" y="2133600"/>
                  </a:lnTo>
                  <a:lnTo>
                    <a:pt x="80162" y="2133600"/>
                  </a:lnTo>
                  <a:lnTo>
                    <a:pt x="80162" y="2114550"/>
                  </a:lnTo>
                  <a:close/>
                </a:path>
                <a:path h="2133600" w="55245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h="2133600" w="5524500">
                  <a:moveTo>
                    <a:pt x="175234" y="2114550"/>
                  </a:moveTo>
                  <a:lnTo>
                    <a:pt x="118084" y="2114550"/>
                  </a:lnTo>
                  <a:lnTo>
                    <a:pt x="118084" y="2133600"/>
                  </a:lnTo>
                  <a:lnTo>
                    <a:pt x="175234" y="2133600"/>
                  </a:lnTo>
                  <a:lnTo>
                    <a:pt x="175234" y="2114550"/>
                  </a:lnTo>
                  <a:close/>
                </a:path>
                <a:path h="2133600" w="5524500">
                  <a:moveTo>
                    <a:pt x="228422" y="0"/>
                  </a:moveTo>
                  <a:lnTo>
                    <a:pt x="171272" y="0"/>
                  </a:lnTo>
                  <a:lnTo>
                    <a:pt x="171272" y="19050"/>
                  </a:lnTo>
                  <a:lnTo>
                    <a:pt x="228422" y="19050"/>
                  </a:lnTo>
                  <a:lnTo>
                    <a:pt x="228422" y="0"/>
                  </a:lnTo>
                  <a:close/>
                </a:path>
                <a:path h="2133600" w="5524500">
                  <a:moveTo>
                    <a:pt x="270306" y="2114550"/>
                  </a:moveTo>
                  <a:lnTo>
                    <a:pt x="213156" y="2114550"/>
                  </a:lnTo>
                  <a:lnTo>
                    <a:pt x="213156" y="2133600"/>
                  </a:lnTo>
                  <a:lnTo>
                    <a:pt x="270306" y="2133600"/>
                  </a:lnTo>
                  <a:lnTo>
                    <a:pt x="270306" y="2114550"/>
                  </a:lnTo>
                  <a:close/>
                </a:path>
                <a:path h="2133600" w="5524500">
                  <a:moveTo>
                    <a:pt x="323494" y="0"/>
                  </a:moveTo>
                  <a:lnTo>
                    <a:pt x="266344" y="0"/>
                  </a:lnTo>
                  <a:lnTo>
                    <a:pt x="266344" y="19050"/>
                  </a:lnTo>
                  <a:lnTo>
                    <a:pt x="323494" y="19050"/>
                  </a:lnTo>
                  <a:lnTo>
                    <a:pt x="323494" y="0"/>
                  </a:lnTo>
                  <a:close/>
                </a:path>
                <a:path h="2133600" w="5524500">
                  <a:moveTo>
                    <a:pt x="365379" y="2114550"/>
                  </a:moveTo>
                  <a:lnTo>
                    <a:pt x="308229" y="2114550"/>
                  </a:lnTo>
                  <a:lnTo>
                    <a:pt x="308229" y="2133600"/>
                  </a:lnTo>
                  <a:lnTo>
                    <a:pt x="365379" y="2133600"/>
                  </a:lnTo>
                  <a:lnTo>
                    <a:pt x="365379" y="2114550"/>
                  </a:lnTo>
                  <a:close/>
                </a:path>
                <a:path h="2133600" w="5524500">
                  <a:moveTo>
                    <a:pt x="418566" y="0"/>
                  </a:moveTo>
                  <a:lnTo>
                    <a:pt x="361416" y="0"/>
                  </a:lnTo>
                  <a:lnTo>
                    <a:pt x="361416" y="19050"/>
                  </a:lnTo>
                  <a:lnTo>
                    <a:pt x="418566" y="19050"/>
                  </a:lnTo>
                  <a:lnTo>
                    <a:pt x="418566" y="0"/>
                  </a:lnTo>
                  <a:close/>
                </a:path>
                <a:path h="2133600" w="5524500">
                  <a:moveTo>
                    <a:pt x="460451" y="2114550"/>
                  </a:moveTo>
                  <a:lnTo>
                    <a:pt x="403301" y="2114550"/>
                  </a:lnTo>
                  <a:lnTo>
                    <a:pt x="403301" y="2133600"/>
                  </a:lnTo>
                  <a:lnTo>
                    <a:pt x="460451" y="2133600"/>
                  </a:lnTo>
                  <a:lnTo>
                    <a:pt x="460451" y="2114550"/>
                  </a:lnTo>
                  <a:close/>
                </a:path>
                <a:path h="2133600" w="5524500">
                  <a:moveTo>
                    <a:pt x="513638" y="0"/>
                  </a:moveTo>
                  <a:lnTo>
                    <a:pt x="456488" y="0"/>
                  </a:lnTo>
                  <a:lnTo>
                    <a:pt x="456488" y="19050"/>
                  </a:lnTo>
                  <a:lnTo>
                    <a:pt x="513638" y="19050"/>
                  </a:lnTo>
                  <a:lnTo>
                    <a:pt x="513638" y="0"/>
                  </a:lnTo>
                  <a:close/>
                </a:path>
                <a:path h="2133600" w="5524500">
                  <a:moveTo>
                    <a:pt x="555510" y="2114550"/>
                  </a:moveTo>
                  <a:lnTo>
                    <a:pt x="498360" y="2114550"/>
                  </a:lnTo>
                  <a:lnTo>
                    <a:pt x="498360" y="2133600"/>
                  </a:lnTo>
                  <a:lnTo>
                    <a:pt x="555510" y="2133600"/>
                  </a:lnTo>
                  <a:lnTo>
                    <a:pt x="555510" y="2114550"/>
                  </a:lnTo>
                  <a:close/>
                </a:path>
                <a:path h="2133600" w="5524500">
                  <a:moveTo>
                    <a:pt x="608711" y="0"/>
                  </a:moveTo>
                  <a:lnTo>
                    <a:pt x="551561" y="0"/>
                  </a:lnTo>
                  <a:lnTo>
                    <a:pt x="551561" y="19050"/>
                  </a:lnTo>
                  <a:lnTo>
                    <a:pt x="608711" y="19050"/>
                  </a:lnTo>
                  <a:lnTo>
                    <a:pt x="608711" y="0"/>
                  </a:lnTo>
                  <a:close/>
                </a:path>
                <a:path h="2133600" w="5524500">
                  <a:moveTo>
                    <a:pt x="650582" y="2114550"/>
                  </a:moveTo>
                  <a:lnTo>
                    <a:pt x="593432" y="2114550"/>
                  </a:lnTo>
                  <a:lnTo>
                    <a:pt x="593432" y="2133600"/>
                  </a:lnTo>
                  <a:lnTo>
                    <a:pt x="650582" y="2133600"/>
                  </a:lnTo>
                  <a:lnTo>
                    <a:pt x="650582" y="2114550"/>
                  </a:lnTo>
                  <a:close/>
                </a:path>
                <a:path h="2133600" w="5524500">
                  <a:moveTo>
                    <a:pt x="703783" y="0"/>
                  </a:moveTo>
                  <a:lnTo>
                    <a:pt x="646633" y="0"/>
                  </a:lnTo>
                  <a:lnTo>
                    <a:pt x="646633" y="19050"/>
                  </a:lnTo>
                  <a:lnTo>
                    <a:pt x="703783" y="19050"/>
                  </a:lnTo>
                  <a:lnTo>
                    <a:pt x="703783" y="0"/>
                  </a:lnTo>
                  <a:close/>
                </a:path>
                <a:path h="2133600" w="5524500">
                  <a:moveTo>
                    <a:pt x="745655" y="2114550"/>
                  </a:moveTo>
                  <a:lnTo>
                    <a:pt x="688505" y="2114550"/>
                  </a:lnTo>
                  <a:lnTo>
                    <a:pt x="688505" y="2133600"/>
                  </a:lnTo>
                  <a:lnTo>
                    <a:pt x="745655" y="2133600"/>
                  </a:lnTo>
                  <a:lnTo>
                    <a:pt x="745655" y="2114550"/>
                  </a:lnTo>
                  <a:close/>
                </a:path>
                <a:path h="2133600" w="5524500">
                  <a:moveTo>
                    <a:pt x="798842" y="0"/>
                  </a:moveTo>
                  <a:lnTo>
                    <a:pt x="741692" y="0"/>
                  </a:lnTo>
                  <a:lnTo>
                    <a:pt x="741692" y="19050"/>
                  </a:lnTo>
                  <a:lnTo>
                    <a:pt x="798842" y="19050"/>
                  </a:lnTo>
                  <a:lnTo>
                    <a:pt x="798842" y="0"/>
                  </a:lnTo>
                  <a:close/>
                </a:path>
                <a:path h="2133600" w="5524500">
                  <a:moveTo>
                    <a:pt x="840727" y="2114550"/>
                  </a:moveTo>
                  <a:lnTo>
                    <a:pt x="783577" y="2114550"/>
                  </a:lnTo>
                  <a:lnTo>
                    <a:pt x="783577" y="2133600"/>
                  </a:lnTo>
                  <a:lnTo>
                    <a:pt x="840727" y="2133600"/>
                  </a:lnTo>
                  <a:lnTo>
                    <a:pt x="840727" y="2114550"/>
                  </a:lnTo>
                  <a:close/>
                </a:path>
                <a:path h="2133600" w="5524500">
                  <a:moveTo>
                    <a:pt x="893914" y="0"/>
                  </a:moveTo>
                  <a:lnTo>
                    <a:pt x="836764" y="0"/>
                  </a:lnTo>
                  <a:lnTo>
                    <a:pt x="836764" y="19050"/>
                  </a:lnTo>
                  <a:lnTo>
                    <a:pt x="893914" y="19050"/>
                  </a:lnTo>
                  <a:lnTo>
                    <a:pt x="893914" y="0"/>
                  </a:lnTo>
                  <a:close/>
                </a:path>
                <a:path h="2133600" w="5524500">
                  <a:moveTo>
                    <a:pt x="935799" y="2114550"/>
                  </a:moveTo>
                  <a:lnTo>
                    <a:pt x="878649" y="2114550"/>
                  </a:lnTo>
                  <a:lnTo>
                    <a:pt x="878649" y="2133600"/>
                  </a:lnTo>
                  <a:lnTo>
                    <a:pt x="935799" y="2133600"/>
                  </a:lnTo>
                  <a:lnTo>
                    <a:pt x="935799" y="2114550"/>
                  </a:lnTo>
                  <a:close/>
                </a:path>
                <a:path h="2133600" w="5524500">
                  <a:moveTo>
                    <a:pt x="988987" y="0"/>
                  </a:moveTo>
                  <a:lnTo>
                    <a:pt x="931837" y="0"/>
                  </a:lnTo>
                  <a:lnTo>
                    <a:pt x="931837" y="19050"/>
                  </a:lnTo>
                  <a:lnTo>
                    <a:pt x="988987" y="19050"/>
                  </a:lnTo>
                  <a:lnTo>
                    <a:pt x="988987" y="0"/>
                  </a:lnTo>
                  <a:close/>
                </a:path>
                <a:path h="2133600" w="5524500">
                  <a:moveTo>
                    <a:pt x="1030871" y="2114550"/>
                  </a:moveTo>
                  <a:lnTo>
                    <a:pt x="973721" y="2114550"/>
                  </a:lnTo>
                  <a:lnTo>
                    <a:pt x="973721" y="2133600"/>
                  </a:lnTo>
                  <a:lnTo>
                    <a:pt x="1030871" y="2133600"/>
                  </a:lnTo>
                  <a:lnTo>
                    <a:pt x="1030871" y="2114550"/>
                  </a:lnTo>
                  <a:close/>
                </a:path>
                <a:path h="2133600" w="5524500">
                  <a:moveTo>
                    <a:pt x="1084059" y="0"/>
                  </a:moveTo>
                  <a:lnTo>
                    <a:pt x="1026909" y="0"/>
                  </a:lnTo>
                  <a:lnTo>
                    <a:pt x="1026909" y="19050"/>
                  </a:lnTo>
                  <a:lnTo>
                    <a:pt x="1084059" y="19050"/>
                  </a:lnTo>
                  <a:lnTo>
                    <a:pt x="1084059" y="0"/>
                  </a:lnTo>
                  <a:close/>
                </a:path>
                <a:path h="2133600" w="5524500">
                  <a:moveTo>
                    <a:pt x="1125931" y="2114550"/>
                  </a:moveTo>
                  <a:lnTo>
                    <a:pt x="1068781" y="2114550"/>
                  </a:lnTo>
                  <a:lnTo>
                    <a:pt x="1068781" y="2133600"/>
                  </a:lnTo>
                  <a:lnTo>
                    <a:pt x="1125931" y="2133600"/>
                  </a:lnTo>
                  <a:lnTo>
                    <a:pt x="1125931" y="2114550"/>
                  </a:lnTo>
                  <a:close/>
                </a:path>
                <a:path h="2133600" w="5524500">
                  <a:moveTo>
                    <a:pt x="1179131" y="0"/>
                  </a:moveTo>
                  <a:lnTo>
                    <a:pt x="1121981" y="0"/>
                  </a:lnTo>
                  <a:lnTo>
                    <a:pt x="1121981" y="19050"/>
                  </a:lnTo>
                  <a:lnTo>
                    <a:pt x="1179131" y="19050"/>
                  </a:lnTo>
                  <a:lnTo>
                    <a:pt x="1179131" y="0"/>
                  </a:lnTo>
                  <a:close/>
                </a:path>
                <a:path h="2133600" w="5524500">
                  <a:moveTo>
                    <a:pt x="1221003" y="2114550"/>
                  </a:moveTo>
                  <a:lnTo>
                    <a:pt x="1163853" y="2114550"/>
                  </a:lnTo>
                  <a:lnTo>
                    <a:pt x="1163853" y="2133600"/>
                  </a:lnTo>
                  <a:lnTo>
                    <a:pt x="1221003" y="2133600"/>
                  </a:lnTo>
                  <a:lnTo>
                    <a:pt x="1221003" y="2114550"/>
                  </a:lnTo>
                  <a:close/>
                </a:path>
                <a:path h="2133600" w="5524500">
                  <a:moveTo>
                    <a:pt x="1274203" y="0"/>
                  </a:moveTo>
                  <a:lnTo>
                    <a:pt x="1217053" y="0"/>
                  </a:lnTo>
                  <a:lnTo>
                    <a:pt x="1217053" y="19050"/>
                  </a:lnTo>
                  <a:lnTo>
                    <a:pt x="1274203" y="19050"/>
                  </a:lnTo>
                  <a:lnTo>
                    <a:pt x="1274203" y="0"/>
                  </a:lnTo>
                  <a:close/>
                </a:path>
                <a:path h="2133600" w="5524500">
                  <a:moveTo>
                    <a:pt x="1316075" y="2114550"/>
                  </a:moveTo>
                  <a:lnTo>
                    <a:pt x="1258925" y="2114550"/>
                  </a:lnTo>
                  <a:lnTo>
                    <a:pt x="1258925" y="2133600"/>
                  </a:lnTo>
                  <a:lnTo>
                    <a:pt x="1316075" y="2133600"/>
                  </a:lnTo>
                  <a:lnTo>
                    <a:pt x="1316075" y="2114550"/>
                  </a:lnTo>
                  <a:close/>
                </a:path>
                <a:path h="2133600" w="5524500">
                  <a:moveTo>
                    <a:pt x="1369263" y="0"/>
                  </a:moveTo>
                  <a:lnTo>
                    <a:pt x="1312113" y="0"/>
                  </a:lnTo>
                  <a:lnTo>
                    <a:pt x="1312113" y="19050"/>
                  </a:lnTo>
                  <a:lnTo>
                    <a:pt x="1369263" y="19050"/>
                  </a:lnTo>
                  <a:lnTo>
                    <a:pt x="1369263" y="0"/>
                  </a:lnTo>
                  <a:close/>
                </a:path>
                <a:path h="2133600" w="5524500">
                  <a:moveTo>
                    <a:pt x="1411147" y="2114550"/>
                  </a:moveTo>
                  <a:lnTo>
                    <a:pt x="1353997" y="2114550"/>
                  </a:lnTo>
                  <a:lnTo>
                    <a:pt x="1353997" y="2133600"/>
                  </a:lnTo>
                  <a:lnTo>
                    <a:pt x="1411147" y="2133600"/>
                  </a:lnTo>
                  <a:lnTo>
                    <a:pt x="1411147" y="2114550"/>
                  </a:lnTo>
                  <a:close/>
                </a:path>
                <a:path h="2133600" w="5524500">
                  <a:moveTo>
                    <a:pt x="1464335" y="0"/>
                  </a:moveTo>
                  <a:lnTo>
                    <a:pt x="1407185" y="0"/>
                  </a:lnTo>
                  <a:lnTo>
                    <a:pt x="1407185" y="19050"/>
                  </a:lnTo>
                  <a:lnTo>
                    <a:pt x="1464335" y="19050"/>
                  </a:lnTo>
                  <a:lnTo>
                    <a:pt x="1464335" y="0"/>
                  </a:lnTo>
                  <a:close/>
                </a:path>
                <a:path h="2133600" w="5524500">
                  <a:moveTo>
                    <a:pt x="1506220" y="2114550"/>
                  </a:moveTo>
                  <a:lnTo>
                    <a:pt x="1449070" y="2114550"/>
                  </a:lnTo>
                  <a:lnTo>
                    <a:pt x="1449070" y="2133600"/>
                  </a:lnTo>
                  <a:lnTo>
                    <a:pt x="1506220" y="2133600"/>
                  </a:lnTo>
                  <a:lnTo>
                    <a:pt x="1506220" y="2114550"/>
                  </a:lnTo>
                  <a:close/>
                </a:path>
                <a:path h="2133600" w="5524500">
                  <a:moveTo>
                    <a:pt x="1559407" y="0"/>
                  </a:moveTo>
                  <a:lnTo>
                    <a:pt x="1502257" y="0"/>
                  </a:lnTo>
                  <a:lnTo>
                    <a:pt x="1502257" y="19050"/>
                  </a:lnTo>
                  <a:lnTo>
                    <a:pt x="1559407" y="19050"/>
                  </a:lnTo>
                  <a:lnTo>
                    <a:pt x="1559407" y="0"/>
                  </a:lnTo>
                  <a:close/>
                </a:path>
                <a:path h="2133600" w="5524500">
                  <a:moveTo>
                    <a:pt x="1601292" y="2114550"/>
                  </a:moveTo>
                  <a:lnTo>
                    <a:pt x="1544142" y="2114550"/>
                  </a:lnTo>
                  <a:lnTo>
                    <a:pt x="1544142" y="2133600"/>
                  </a:lnTo>
                  <a:lnTo>
                    <a:pt x="1601292" y="2133600"/>
                  </a:lnTo>
                  <a:lnTo>
                    <a:pt x="1601292" y="2114550"/>
                  </a:lnTo>
                  <a:close/>
                </a:path>
                <a:path h="2133600" w="5524500">
                  <a:moveTo>
                    <a:pt x="1654479" y="0"/>
                  </a:moveTo>
                  <a:lnTo>
                    <a:pt x="1597329" y="0"/>
                  </a:lnTo>
                  <a:lnTo>
                    <a:pt x="1597329" y="19050"/>
                  </a:lnTo>
                  <a:lnTo>
                    <a:pt x="1654479" y="19050"/>
                  </a:lnTo>
                  <a:lnTo>
                    <a:pt x="1654479" y="0"/>
                  </a:lnTo>
                  <a:close/>
                </a:path>
                <a:path h="2133600" w="5524500">
                  <a:moveTo>
                    <a:pt x="1696351" y="2114550"/>
                  </a:moveTo>
                  <a:lnTo>
                    <a:pt x="1639201" y="2114550"/>
                  </a:lnTo>
                  <a:lnTo>
                    <a:pt x="1639201" y="2133600"/>
                  </a:lnTo>
                  <a:lnTo>
                    <a:pt x="1696351" y="2133600"/>
                  </a:lnTo>
                  <a:lnTo>
                    <a:pt x="1696351" y="2114550"/>
                  </a:lnTo>
                  <a:close/>
                </a:path>
                <a:path h="2133600" w="5524500">
                  <a:moveTo>
                    <a:pt x="1749552" y="0"/>
                  </a:moveTo>
                  <a:lnTo>
                    <a:pt x="1692402" y="0"/>
                  </a:lnTo>
                  <a:lnTo>
                    <a:pt x="1692402" y="19050"/>
                  </a:lnTo>
                  <a:lnTo>
                    <a:pt x="1749552" y="19050"/>
                  </a:lnTo>
                  <a:lnTo>
                    <a:pt x="1749552" y="0"/>
                  </a:lnTo>
                  <a:close/>
                </a:path>
                <a:path h="2133600" w="5524500">
                  <a:moveTo>
                    <a:pt x="1791423" y="2114550"/>
                  </a:moveTo>
                  <a:lnTo>
                    <a:pt x="1734273" y="2114550"/>
                  </a:lnTo>
                  <a:lnTo>
                    <a:pt x="1734273" y="2133600"/>
                  </a:lnTo>
                  <a:lnTo>
                    <a:pt x="1791423" y="2133600"/>
                  </a:lnTo>
                  <a:lnTo>
                    <a:pt x="1791423" y="2114550"/>
                  </a:lnTo>
                  <a:close/>
                </a:path>
                <a:path h="2133600" w="5524500">
                  <a:moveTo>
                    <a:pt x="1844624" y="0"/>
                  </a:moveTo>
                  <a:lnTo>
                    <a:pt x="1787474" y="0"/>
                  </a:lnTo>
                  <a:lnTo>
                    <a:pt x="1787474" y="19050"/>
                  </a:lnTo>
                  <a:lnTo>
                    <a:pt x="1844624" y="19050"/>
                  </a:lnTo>
                  <a:lnTo>
                    <a:pt x="1844624" y="0"/>
                  </a:lnTo>
                  <a:close/>
                </a:path>
                <a:path h="2133600" w="5524500">
                  <a:moveTo>
                    <a:pt x="1886496" y="2114550"/>
                  </a:moveTo>
                  <a:lnTo>
                    <a:pt x="1829346" y="2114550"/>
                  </a:lnTo>
                  <a:lnTo>
                    <a:pt x="1829346" y="2133600"/>
                  </a:lnTo>
                  <a:lnTo>
                    <a:pt x="1886496" y="2133600"/>
                  </a:lnTo>
                  <a:lnTo>
                    <a:pt x="1886496" y="2114550"/>
                  </a:lnTo>
                  <a:close/>
                </a:path>
                <a:path h="2133600" w="5524500">
                  <a:moveTo>
                    <a:pt x="1939696" y="0"/>
                  </a:moveTo>
                  <a:lnTo>
                    <a:pt x="1882546" y="0"/>
                  </a:lnTo>
                  <a:lnTo>
                    <a:pt x="1882546" y="19050"/>
                  </a:lnTo>
                  <a:lnTo>
                    <a:pt x="1939696" y="19050"/>
                  </a:lnTo>
                  <a:lnTo>
                    <a:pt x="1939696" y="0"/>
                  </a:lnTo>
                  <a:close/>
                </a:path>
                <a:path h="2133600" w="5524500">
                  <a:moveTo>
                    <a:pt x="1981568" y="2114550"/>
                  </a:moveTo>
                  <a:lnTo>
                    <a:pt x="1924418" y="2114550"/>
                  </a:lnTo>
                  <a:lnTo>
                    <a:pt x="1924418" y="2133600"/>
                  </a:lnTo>
                  <a:lnTo>
                    <a:pt x="1981568" y="2133600"/>
                  </a:lnTo>
                  <a:lnTo>
                    <a:pt x="1981568" y="2114550"/>
                  </a:lnTo>
                  <a:close/>
                </a:path>
                <a:path h="2133600" w="5524500">
                  <a:moveTo>
                    <a:pt x="2034755" y="0"/>
                  </a:moveTo>
                  <a:lnTo>
                    <a:pt x="1977605" y="0"/>
                  </a:lnTo>
                  <a:lnTo>
                    <a:pt x="1977605" y="19050"/>
                  </a:lnTo>
                  <a:lnTo>
                    <a:pt x="2034755" y="19050"/>
                  </a:lnTo>
                  <a:lnTo>
                    <a:pt x="2034755" y="0"/>
                  </a:lnTo>
                  <a:close/>
                </a:path>
                <a:path h="2133600" w="5524500">
                  <a:moveTo>
                    <a:pt x="2076640" y="2114550"/>
                  </a:moveTo>
                  <a:lnTo>
                    <a:pt x="2019490" y="2114550"/>
                  </a:lnTo>
                  <a:lnTo>
                    <a:pt x="2019490" y="2133600"/>
                  </a:lnTo>
                  <a:lnTo>
                    <a:pt x="2076640" y="2133600"/>
                  </a:lnTo>
                  <a:lnTo>
                    <a:pt x="2076640" y="2114550"/>
                  </a:lnTo>
                  <a:close/>
                </a:path>
                <a:path h="2133600" w="5524500">
                  <a:moveTo>
                    <a:pt x="2129828" y="0"/>
                  </a:moveTo>
                  <a:lnTo>
                    <a:pt x="2072678" y="0"/>
                  </a:lnTo>
                  <a:lnTo>
                    <a:pt x="2072678" y="19050"/>
                  </a:lnTo>
                  <a:lnTo>
                    <a:pt x="2129828" y="19050"/>
                  </a:lnTo>
                  <a:lnTo>
                    <a:pt x="2129828" y="0"/>
                  </a:lnTo>
                  <a:close/>
                </a:path>
                <a:path h="2133600" w="5524500">
                  <a:moveTo>
                    <a:pt x="2171712" y="2114550"/>
                  </a:moveTo>
                  <a:lnTo>
                    <a:pt x="2114562" y="2114550"/>
                  </a:lnTo>
                  <a:lnTo>
                    <a:pt x="2114562" y="2133600"/>
                  </a:lnTo>
                  <a:lnTo>
                    <a:pt x="2171712" y="2133600"/>
                  </a:lnTo>
                  <a:lnTo>
                    <a:pt x="2171712" y="2114550"/>
                  </a:lnTo>
                  <a:close/>
                </a:path>
                <a:path h="2133600" w="5524500">
                  <a:moveTo>
                    <a:pt x="2224900" y="0"/>
                  </a:moveTo>
                  <a:lnTo>
                    <a:pt x="2167750" y="0"/>
                  </a:lnTo>
                  <a:lnTo>
                    <a:pt x="2167750" y="19050"/>
                  </a:lnTo>
                  <a:lnTo>
                    <a:pt x="2224900" y="19050"/>
                  </a:lnTo>
                  <a:lnTo>
                    <a:pt x="2224900" y="0"/>
                  </a:lnTo>
                  <a:close/>
                </a:path>
                <a:path h="2133600" w="5524500">
                  <a:moveTo>
                    <a:pt x="2266785" y="2114550"/>
                  </a:moveTo>
                  <a:lnTo>
                    <a:pt x="2209635" y="2114550"/>
                  </a:lnTo>
                  <a:lnTo>
                    <a:pt x="2209635" y="2133600"/>
                  </a:lnTo>
                  <a:lnTo>
                    <a:pt x="2266785" y="2133600"/>
                  </a:lnTo>
                  <a:lnTo>
                    <a:pt x="2266785" y="2114550"/>
                  </a:lnTo>
                  <a:close/>
                </a:path>
                <a:path h="2133600" w="5524500">
                  <a:moveTo>
                    <a:pt x="2319972" y="0"/>
                  </a:moveTo>
                  <a:lnTo>
                    <a:pt x="2262822" y="0"/>
                  </a:lnTo>
                  <a:lnTo>
                    <a:pt x="2262822" y="19050"/>
                  </a:lnTo>
                  <a:lnTo>
                    <a:pt x="2319972" y="19050"/>
                  </a:lnTo>
                  <a:lnTo>
                    <a:pt x="2319972" y="0"/>
                  </a:lnTo>
                  <a:close/>
                </a:path>
                <a:path h="2133600" w="5524500">
                  <a:moveTo>
                    <a:pt x="2361844" y="2114550"/>
                  </a:moveTo>
                  <a:lnTo>
                    <a:pt x="2304694" y="2114550"/>
                  </a:lnTo>
                  <a:lnTo>
                    <a:pt x="2304694" y="2133600"/>
                  </a:lnTo>
                  <a:lnTo>
                    <a:pt x="2361844" y="2133600"/>
                  </a:lnTo>
                  <a:lnTo>
                    <a:pt x="2361844" y="2114550"/>
                  </a:lnTo>
                  <a:close/>
                </a:path>
                <a:path h="2133600" w="5524500">
                  <a:moveTo>
                    <a:pt x="2415044" y="0"/>
                  </a:moveTo>
                  <a:lnTo>
                    <a:pt x="2357894" y="0"/>
                  </a:lnTo>
                  <a:lnTo>
                    <a:pt x="2357894" y="19050"/>
                  </a:lnTo>
                  <a:lnTo>
                    <a:pt x="2415044" y="19050"/>
                  </a:lnTo>
                  <a:lnTo>
                    <a:pt x="2415044" y="0"/>
                  </a:lnTo>
                  <a:close/>
                </a:path>
                <a:path h="2133600" w="5524500">
                  <a:moveTo>
                    <a:pt x="2456916" y="2114550"/>
                  </a:moveTo>
                  <a:lnTo>
                    <a:pt x="2399766" y="2114550"/>
                  </a:lnTo>
                  <a:lnTo>
                    <a:pt x="2399766" y="2133600"/>
                  </a:lnTo>
                  <a:lnTo>
                    <a:pt x="2456916" y="2133600"/>
                  </a:lnTo>
                  <a:lnTo>
                    <a:pt x="2456916" y="2114550"/>
                  </a:lnTo>
                  <a:close/>
                </a:path>
                <a:path h="2133600" w="5524500">
                  <a:moveTo>
                    <a:pt x="2510117" y="0"/>
                  </a:moveTo>
                  <a:lnTo>
                    <a:pt x="2452967" y="0"/>
                  </a:lnTo>
                  <a:lnTo>
                    <a:pt x="2452967" y="19050"/>
                  </a:lnTo>
                  <a:lnTo>
                    <a:pt x="2510117" y="19050"/>
                  </a:lnTo>
                  <a:lnTo>
                    <a:pt x="2510117" y="0"/>
                  </a:lnTo>
                  <a:close/>
                </a:path>
                <a:path h="2133600" w="5524500">
                  <a:moveTo>
                    <a:pt x="2551988" y="2114550"/>
                  </a:moveTo>
                  <a:lnTo>
                    <a:pt x="2494838" y="2114550"/>
                  </a:lnTo>
                  <a:lnTo>
                    <a:pt x="2494838" y="2133600"/>
                  </a:lnTo>
                  <a:lnTo>
                    <a:pt x="2551988" y="2133600"/>
                  </a:lnTo>
                  <a:lnTo>
                    <a:pt x="2551988" y="2114550"/>
                  </a:lnTo>
                  <a:close/>
                </a:path>
                <a:path h="2133600" w="5524500">
                  <a:moveTo>
                    <a:pt x="2605176" y="0"/>
                  </a:moveTo>
                  <a:lnTo>
                    <a:pt x="2548026" y="0"/>
                  </a:lnTo>
                  <a:lnTo>
                    <a:pt x="2548026" y="19050"/>
                  </a:lnTo>
                  <a:lnTo>
                    <a:pt x="2605176" y="19050"/>
                  </a:lnTo>
                  <a:lnTo>
                    <a:pt x="2605176" y="0"/>
                  </a:lnTo>
                  <a:close/>
                </a:path>
                <a:path h="2133600" w="5524500">
                  <a:moveTo>
                    <a:pt x="2647061" y="2114550"/>
                  </a:moveTo>
                  <a:lnTo>
                    <a:pt x="2589911" y="2114550"/>
                  </a:lnTo>
                  <a:lnTo>
                    <a:pt x="2589911" y="2133600"/>
                  </a:lnTo>
                  <a:lnTo>
                    <a:pt x="2647061" y="2133600"/>
                  </a:lnTo>
                  <a:lnTo>
                    <a:pt x="2647061" y="2114550"/>
                  </a:lnTo>
                  <a:close/>
                </a:path>
                <a:path h="2133600" w="5524500">
                  <a:moveTo>
                    <a:pt x="2700248" y="0"/>
                  </a:moveTo>
                  <a:lnTo>
                    <a:pt x="2643098" y="0"/>
                  </a:lnTo>
                  <a:lnTo>
                    <a:pt x="2643098" y="19050"/>
                  </a:lnTo>
                  <a:lnTo>
                    <a:pt x="2700248" y="19050"/>
                  </a:lnTo>
                  <a:lnTo>
                    <a:pt x="2700248" y="0"/>
                  </a:lnTo>
                  <a:close/>
                </a:path>
                <a:path h="2133600" w="5524500">
                  <a:moveTo>
                    <a:pt x="2742133" y="2114550"/>
                  </a:moveTo>
                  <a:lnTo>
                    <a:pt x="2684983" y="2114550"/>
                  </a:lnTo>
                  <a:lnTo>
                    <a:pt x="2684983" y="2133600"/>
                  </a:lnTo>
                  <a:lnTo>
                    <a:pt x="2742133" y="2133600"/>
                  </a:lnTo>
                  <a:lnTo>
                    <a:pt x="2742133" y="2114550"/>
                  </a:lnTo>
                  <a:close/>
                </a:path>
                <a:path h="2133600" w="5524500">
                  <a:moveTo>
                    <a:pt x="2795320" y="0"/>
                  </a:moveTo>
                  <a:lnTo>
                    <a:pt x="2738170" y="0"/>
                  </a:lnTo>
                  <a:lnTo>
                    <a:pt x="2738170" y="19050"/>
                  </a:lnTo>
                  <a:lnTo>
                    <a:pt x="2795320" y="19050"/>
                  </a:lnTo>
                  <a:lnTo>
                    <a:pt x="2795320" y="0"/>
                  </a:lnTo>
                  <a:close/>
                </a:path>
                <a:path h="2133600" w="5524500">
                  <a:moveTo>
                    <a:pt x="2837205" y="2114550"/>
                  </a:moveTo>
                  <a:lnTo>
                    <a:pt x="2780055" y="2114550"/>
                  </a:lnTo>
                  <a:lnTo>
                    <a:pt x="2780055" y="2133600"/>
                  </a:lnTo>
                  <a:lnTo>
                    <a:pt x="2837205" y="2133600"/>
                  </a:lnTo>
                  <a:lnTo>
                    <a:pt x="2837205" y="2114550"/>
                  </a:lnTo>
                  <a:close/>
                </a:path>
                <a:path h="2133600" w="5524500">
                  <a:moveTo>
                    <a:pt x="2890393" y="0"/>
                  </a:moveTo>
                  <a:lnTo>
                    <a:pt x="2833243" y="0"/>
                  </a:lnTo>
                  <a:lnTo>
                    <a:pt x="2833243" y="19050"/>
                  </a:lnTo>
                  <a:lnTo>
                    <a:pt x="2890393" y="19050"/>
                  </a:lnTo>
                  <a:lnTo>
                    <a:pt x="2890393" y="0"/>
                  </a:lnTo>
                  <a:close/>
                </a:path>
                <a:path h="2133600" w="5524500">
                  <a:moveTo>
                    <a:pt x="2932277" y="2114550"/>
                  </a:moveTo>
                  <a:lnTo>
                    <a:pt x="2875127" y="2114550"/>
                  </a:lnTo>
                  <a:lnTo>
                    <a:pt x="2875127" y="2133600"/>
                  </a:lnTo>
                  <a:lnTo>
                    <a:pt x="2932277" y="2133600"/>
                  </a:lnTo>
                  <a:lnTo>
                    <a:pt x="2932277" y="2114550"/>
                  </a:lnTo>
                  <a:close/>
                </a:path>
                <a:path h="2133600" w="5524500">
                  <a:moveTo>
                    <a:pt x="2985465" y="0"/>
                  </a:moveTo>
                  <a:lnTo>
                    <a:pt x="2928315" y="0"/>
                  </a:lnTo>
                  <a:lnTo>
                    <a:pt x="2928315" y="19050"/>
                  </a:lnTo>
                  <a:lnTo>
                    <a:pt x="2985465" y="19050"/>
                  </a:lnTo>
                  <a:lnTo>
                    <a:pt x="2985465" y="0"/>
                  </a:lnTo>
                  <a:close/>
                </a:path>
                <a:path h="2133600" w="5524500">
                  <a:moveTo>
                    <a:pt x="3027337" y="2114550"/>
                  </a:moveTo>
                  <a:lnTo>
                    <a:pt x="2970187" y="2114550"/>
                  </a:lnTo>
                  <a:lnTo>
                    <a:pt x="2970187" y="2133600"/>
                  </a:lnTo>
                  <a:lnTo>
                    <a:pt x="3027337" y="2133600"/>
                  </a:lnTo>
                  <a:lnTo>
                    <a:pt x="3027337" y="2114550"/>
                  </a:lnTo>
                  <a:close/>
                </a:path>
                <a:path h="2133600" w="5524500">
                  <a:moveTo>
                    <a:pt x="3080537" y="0"/>
                  </a:moveTo>
                  <a:lnTo>
                    <a:pt x="3023387" y="0"/>
                  </a:lnTo>
                  <a:lnTo>
                    <a:pt x="3023387" y="19050"/>
                  </a:lnTo>
                  <a:lnTo>
                    <a:pt x="3080537" y="19050"/>
                  </a:lnTo>
                  <a:lnTo>
                    <a:pt x="3080537" y="0"/>
                  </a:lnTo>
                  <a:close/>
                </a:path>
                <a:path h="2133600" w="5524500">
                  <a:moveTo>
                    <a:pt x="3122409" y="2114550"/>
                  </a:moveTo>
                  <a:lnTo>
                    <a:pt x="3065259" y="2114550"/>
                  </a:lnTo>
                  <a:lnTo>
                    <a:pt x="3065259" y="2133600"/>
                  </a:lnTo>
                  <a:lnTo>
                    <a:pt x="3122409" y="2133600"/>
                  </a:lnTo>
                  <a:lnTo>
                    <a:pt x="3122409" y="2114550"/>
                  </a:lnTo>
                  <a:close/>
                </a:path>
                <a:path h="2133600" w="5524500">
                  <a:moveTo>
                    <a:pt x="3175609" y="0"/>
                  </a:moveTo>
                  <a:lnTo>
                    <a:pt x="3118459" y="0"/>
                  </a:lnTo>
                  <a:lnTo>
                    <a:pt x="3118459" y="19050"/>
                  </a:lnTo>
                  <a:lnTo>
                    <a:pt x="3175609" y="19050"/>
                  </a:lnTo>
                  <a:lnTo>
                    <a:pt x="3175609" y="0"/>
                  </a:lnTo>
                  <a:close/>
                </a:path>
                <a:path h="2133600" w="5524500">
                  <a:moveTo>
                    <a:pt x="3217481" y="2114550"/>
                  </a:moveTo>
                  <a:lnTo>
                    <a:pt x="3160331" y="2114550"/>
                  </a:lnTo>
                  <a:lnTo>
                    <a:pt x="3160331" y="2133600"/>
                  </a:lnTo>
                  <a:lnTo>
                    <a:pt x="3217481" y="2133600"/>
                  </a:lnTo>
                  <a:lnTo>
                    <a:pt x="3217481" y="2114550"/>
                  </a:lnTo>
                  <a:close/>
                </a:path>
                <a:path h="2133600" w="5524500">
                  <a:moveTo>
                    <a:pt x="3270669" y="0"/>
                  </a:moveTo>
                  <a:lnTo>
                    <a:pt x="3213519" y="0"/>
                  </a:lnTo>
                  <a:lnTo>
                    <a:pt x="3213519" y="19050"/>
                  </a:lnTo>
                  <a:lnTo>
                    <a:pt x="3270669" y="19050"/>
                  </a:lnTo>
                  <a:lnTo>
                    <a:pt x="3270669" y="0"/>
                  </a:lnTo>
                  <a:close/>
                </a:path>
                <a:path h="2133600" w="5524500">
                  <a:moveTo>
                    <a:pt x="3312553" y="2114550"/>
                  </a:moveTo>
                  <a:lnTo>
                    <a:pt x="3255403" y="2114550"/>
                  </a:lnTo>
                  <a:lnTo>
                    <a:pt x="3255403" y="2133600"/>
                  </a:lnTo>
                  <a:lnTo>
                    <a:pt x="3312553" y="2133600"/>
                  </a:lnTo>
                  <a:lnTo>
                    <a:pt x="3312553" y="2114550"/>
                  </a:lnTo>
                  <a:close/>
                </a:path>
                <a:path h="2133600" w="5524500">
                  <a:moveTo>
                    <a:pt x="3365741" y="0"/>
                  </a:moveTo>
                  <a:lnTo>
                    <a:pt x="3308591" y="0"/>
                  </a:lnTo>
                  <a:lnTo>
                    <a:pt x="3308591" y="19050"/>
                  </a:lnTo>
                  <a:lnTo>
                    <a:pt x="3365741" y="19050"/>
                  </a:lnTo>
                  <a:lnTo>
                    <a:pt x="3365741" y="0"/>
                  </a:lnTo>
                  <a:close/>
                </a:path>
                <a:path h="2133600" w="5524500">
                  <a:moveTo>
                    <a:pt x="3407626" y="2114550"/>
                  </a:moveTo>
                  <a:lnTo>
                    <a:pt x="3350476" y="2114550"/>
                  </a:lnTo>
                  <a:lnTo>
                    <a:pt x="3350476" y="2133600"/>
                  </a:lnTo>
                  <a:lnTo>
                    <a:pt x="3407626" y="2133600"/>
                  </a:lnTo>
                  <a:lnTo>
                    <a:pt x="3407626" y="2114550"/>
                  </a:lnTo>
                  <a:close/>
                </a:path>
                <a:path h="2133600" w="5524500">
                  <a:moveTo>
                    <a:pt x="3460813" y="0"/>
                  </a:moveTo>
                  <a:lnTo>
                    <a:pt x="3403663" y="0"/>
                  </a:lnTo>
                  <a:lnTo>
                    <a:pt x="3403663" y="19050"/>
                  </a:lnTo>
                  <a:lnTo>
                    <a:pt x="3460813" y="19050"/>
                  </a:lnTo>
                  <a:lnTo>
                    <a:pt x="3460813" y="0"/>
                  </a:lnTo>
                  <a:close/>
                </a:path>
                <a:path h="2133600" w="5524500">
                  <a:moveTo>
                    <a:pt x="3502698" y="2114550"/>
                  </a:moveTo>
                  <a:lnTo>
                    <a:pt x="3445548" y="2114550"/>
                  </a:lnTo>
                  <a:lnTo>
                    <a:pt x="3445548" y="2133600"/>
                  </a:lnTo>
                  <a:lnTo>
                    <a:pt x="3502698" y="2133600"/>
                  </a:lnTo>
                  <a:lnTo>
                    <a:pt x="3502698" y="2114550"/>
                  </a:lnTo>
                  <a:close/>
                </a:path>
                <a:path h="2133600" w="5524500">
                  <a:moveTo>
                    <a:pt x="3555885" y="0"/>
                  </a:moveTo>
                  <a:lnTo>
                    <a:pt x="3498735" y="0"/>
                  </a:lnTo>
                  <a:lnTo>
                    <a:pt x="3498735" y="19050"/>
                  </a:lnTo>
                  <a:lnTo>
                    <a:pt x="3555885" y="19050"/>
                  </a:lnTo>
                  <a:lnTo>
                    <a:pt x="3555885" y="0"/>
                  </a:lnTo>
                  <a:close/>
                </a:path>
                <a:path h="2133600" w="5524500">
                  <a:moveTo>
                    <a:pt x="3597757" y="2114550"/>
                  </a:moveTo>
                  <a:lnTo>
                    <a:pt x="3540607" y="2114550"/>
                  </a:lnTo>
                  <a:lnTo>
                    <a:pt x="3540607" y="2133600"/>
                  </a:lnTo>
                  <a:lnTo>
                    <a:pt x="3597757" y="2133600"/>
                  </a:lnTo>
                  <a:lnTo>
                    <a:pt x="3597757" y="2114550"/>
                  </a:lnTo>
                  <a:close/>
                </a:path>
                <a:path h="2133600" w="5524500">
                  <a:moveTo>
                    <a:pt x="3650958" y="0"/>
                  </a:moveTo>
                  <a:lnTo>
                    <a:pt x="3593808" y="0"/>
                  </a:lnTo>
                  <a:lnTo>
                    <a:pt x="3593808" y="19050"/>
                  </a:lnTo>
                  <a:lnTo>
                    <a:pt x="3650958" y="19050"/>
                  </a:lnTo>
                  <a:lnTo>
                    <a:pt x="3650958" y="0"/>
                  </a:lnTo>
                  <a:close/>
                </a:path>
                <a:path h="2133600" w="5524500">
                  <a:moveTo>
                    <a:pt x="3692829" y="2114550"/>
                  </a:moveTo>
                  <a:lnTo>
                    <a:pt x="3635679" y="2114550"/>
                  </a:lnTo>
                  <a:lnTo>
                    <a:pt x="3635679" y="2133600"/>
                  </a:lnTo>
                  <a:lnTo>
                    <a:pt x="3692829" y="2133600"/>
                  </a:lnTo>
                  <a:lnTo>
                    <a:pt x="3692829" y="2114550"/>
                  </a:lnTo>
                  <a:close/>
                </a:path>
                <a:path h="2133600" w="5524500">
                  <a:moveTo>
                    <a:pt x="3746030" y="0"/>
                  </a:moveTo>
                  <a:lnTo>
                    <a:pt x="3688880" y="0"/>
                  </a:lnTo>
                  <a:lnTo>
                    <a:pt x="3688880" y="19050"/>
                  </a:lnTo>
                  <a:lnTo>
                    <a:pt x="3746030" y="19050"/>
                  </a:lnTo>
                  <a:lnTo>
                    <a:pt x="3746030" y="0"/>
                  </a:lnTo>
                  <a:close/>
                </a:path>
                <a:path h="2133600" w="5524500">
                  <a:moveTo>
                    <a:pt x="3787902" y="2114550"/>
                  </a:moveTo>
                  <a:lnTo>
                    <a:pt x="3730752" y="2114550"/>
                  </a:lnTo>
                  <a:lnTo>
                    <a:pt x="3730752" y="2133600"/>
                  </a:lnTo>
                  <a:lnTo>
                    <a:pt x="3787902" y="2133600"/>
                  </a:lnTo>
                  <a:lnTo>
                    <a:pt x="3787902" y="2114550"/>
                  </a:lnTo>
                  <a:close/>
                </a:path>
                <a:path h="2133600" w="5524500">
                  <a:moveTo>
                    <a:pt x="3841102" y="0"/>
                  </a:moveTo>
                  <a:lnTo>
                    <a:pt x="3783952" y="0"/>
                  </a:lnTo>
                  <a:lnTo>
                    <a:pt x="3783952" y="19050"/>
                  </a:lnTo>
                  <a:lnTo>
                    <a:pt x="3841102" y="19050"/>
                  </a:lnTo>
                  <a:lnTo>
                    <a:pt x="3841102" y="0"/>
                  </a:lnTo>
                  <a:close/>
                </a:path>
                <a:path h="2133600" w="5524500">
                  <a:moveTo>
                    <a:pt x="3882974" y="2114550"/>
                  </a:moveTo>
                  <a:lnTo>
                    <a:pt x="3825824" y="2114550"/>
                  </a:lnTo>
                  <a:lnTo>
                    <a:pt x="3825824" y="2133600"/>
                  </a:lnTo>
                  <a:lnTo>
                    <a:pt x="3882974" y="2133600"/>
                  </a:lnTo>
                  <a:lnTo>
                    <a:pt x="3882974" y="2114550"/>
                  </a:lnTo>
                  <a:close/>
                </a:path>
                <a:path h="2133600" w="5524500">
                  <a:moveTo>
                    <a:pt x="3936161" y="0"/>
                  </a:moveTo>
                  <a:lnTo>
                    <a:pt x="3879011" y="0"/>
                  </a:lnTo>
                  <a:lnTo>
                    <a:pt x="3879011" y="19050"/>
                  </a:lnTo>
                  <a:lnTo>
                    <a:pt x="3936161" y="19050"/>
                  </a:lnTo>
                  <a:lnTo>
                    <a:pt x="3936161" y="0"/>
                  </a:lnTo>
                  <a:close/>
                </a:path>
                <a:path h="2133600" w="5524500">
                  <a:moveTo>
                    <a:pt x="3978046" y="2114550"/>
                  </a:moveTo>
                  <a:lnTo>
                    <a:pt x="3920896" y="2114550"/>
                  </a:lnTo>
                  <a:lnTo>
                    <a:pt x="3920896" y="2133600"/>
                  </a:lnTo>
                  <a:lnTo>
                    <a:pt x="3978046" y="2133600"/>
                  </a:lnTo>
                  <a:lnTo>
                    <a:pt x="3978046" y="2114550"/>
                  </a:lnTo>
                  <a:close/>
                </a:path>
                <a:path h="2133600" w="5524500">
                  <a:moveTo>
                    <a:pt x="4031234" y="0"/>
                  </a:moveTo>
                  <a:lnTo>
                    <a:pt x="3974084" y="0"/>
                  </a:lnTo>
                  <a:lnTo>
                    <a:pt x="3974084" y="19050"/>
                  </a:lnTo>
                  <a:lnTo>
                    <a:pt x="4031234" y="19050"/>
                  </a:lnTo>
                  <a:lnTo>
                    <a:pt x="4031234" y="0"/>
                  </a:lnTo>
                  <a:close/>
                </a:path>
                <a:path h="2133600" w="5524500">
                  <a:moveTo>
                    <a:pt x="4073118" y="2114550"/>
                  </a:moveTo>
                  <a:lnTo>
                    <a:pt x="4015968" y="2114550"/>
                  </a:lnTo>
                  <a:lnTo>
                    <a:pt x="4015968" y="2133600"/>
                  </a:lnTo>
                  <a:lnTo>
                    <a:pt x="4073118" y="2133600"/>
                  </a:lnTo>
                  <a:lnTo>
                    <a:pt x="4073118" y="2114550"/>
                  </a:lnTo>
                  <a:close/>
                </a:path>
                <a:path h="2133600" w="5524500">
                  <a:moveTo>
                    <a:pt x="4126306" y="0"/>
                  </a:moveTo>
                  <a:lnTo>
                    <a:pt x="4069156" y="0"/>
                  </a:lnTo>
                  <a:lnTo>
                    <a:pt x="4069156" y="19050"/>
                  </a:lnTo>
                  <a:lnTo>
                    <a:pt x="4126306" y="19050"/>
                  </a:lnTo>
                  <a:lnTo>
                    <a:pt x="4126306" y="0"/>
                  </a:lnTo>
                  <a:close/>
                </a:path>
                <a:path h="2133600" w="5524500">
                  <a:moveTo>
                    <a:pt x="4168190" y="2114550"/>
                  </a:moveTo>
                  <a:lnTo>
                    <a:pt x="4111040" y="2114550"/>
                  </a:lnTo>
                  <a:lnTo>
                    <a:pt x="4111040" y="2133600"/>
                  </a:lnTo>
                  <a:lnTo>
                    <a:pt x="4168190" y="2133600"/>
                  </a:lnTo>
                  <a:lnTo>
                    <a:pt x="4168190" y="2114550"/>
                  </a:lnTo>
                  <a:close/>
                </a:path>
                <a:path h="2133600" w="5524500">
                  <a:moveTo>
                    <a:pt x="4221378" y="0"/>
                  </a:moveTo>
                  <a:lnTo>
                    <a:pt x="4164228" y="0"/>
                  </a:lnTo>
                  <a:lnTo>
                    <a:pt x="4164228" y="19050"/>
                  </a:lnTo>
                  <a:lnTo>
                    <a:pt x="4221378" y="19050"/>
                  </a:lnTo>
                  <a:lnTo>
                    <a:pt x="4221378" y="0"/>
                  </a:lnTo>
                  <a:close/>
                </a:path>
                <a:path h="2133600" w="5524500">
                  <a:moveTo>
                    <a:pt x="4263250" y="2114550"/>
                  </a:moveTo>
                  <a:lnTo>
                    <a:pt x="4206100" y="2114550"/>
                  </a:lnTo>
                  <a:lnTo>
                    <a:pt x="4206100" y="2133600"/>
                  </a:lnTo>
                  <a:lnTo>
                    <a:pt x="4263250" y="2133600"/>
                  </a:lnTo>
                  <a:lnTo>
                    <a:pt x="4263250" y="2114550"/>
                  </a:lnTo>
                  <a:close/>
                </a:path>
                <a:path h="2133600" w="5524500">
                  <a:moveTo>
                    <a:pt x="4316450" y="0"/>
                  </a:moveTo>
                  <a:lnTo>
                    <a:pt x="4259300" y="0"/>
                  </a:lnTo>
                  <a:lnTo>
                    <a:pt x="4259300" y="19050"/>
                  </a:lnTo>
                  <a:lnTo>
                    <a:pt x="4316450" y="19050"/>
                  </a:lnTo>
                  <a:lnTo>
                    <a:pt x="4316450" y="0"/>
                  </a:lnTo>
                  <a:close/>
                </a:path>
                <a:path h="2133600" w="5524500">
                  <a:moveTo>
                    <a:pt x="4358322" y="2114550"/>
                  </a:moveTo>
                  <a:lnTo>
                    <a:pt x="4301172" y="2114550"/>
                  </a:lnTo>
                  <a:lnTo>
                    <a:pt x="4301172" y="2133600"/>
                  </a:lnTo>
                  <a:lnTo>
                    <a:pt x="4358322" y="2133600"/>
                  </a:lnTo>
                  <a:lnTo>
                    <a:pt x="4358322" y="2114550"/>
                  </a:lnTo>
                  <a:close/>
                </a:path>
                <a:path h="2133600" w="5524500">
                  <a:moveTo>
                    <a:pt x="4411523" y="0"/>
                  </a:moveTo>
                  <a:lnTo>
                    <a:pt x="4354373" y="0"/>
                  </a:lnTo>
                  <a:lnTo>
                    <a:pt x="4354373" y="19050"/>
                  </a:lnTo>
                  <a:lnTo>
                    <a:pt x="4411523" y="19050"/>
                  </a:lnTo>
                  <a:lnTo>
                    <a:pt x="4411523" y="0"/>
                  </a:lnTo>
                  <a:close/>
                </a:path>
                <a:path h="2133600" w="5524500">
                  <a:moveTo>
                    <a:pt x="4453394" y="2114550"/>
                  </a:moveTo>
                  <a:lnTo>
                    <a:pt x="4396244" y="2114550"/>
                  </a:lnTo>
                  <a:lnTo>
                    <a:pt x="4396244" y="2133600"/>
                  </a:lnTo>
                  <a:lnTo>
                    <a:pt x="4453394" y="2133600"/>
                  </a:lnTo>
                  <a:lnTo>
                    <a:pt x="4453394" y="2114550"/>
                  </a:lnTo>
                  <a:close/>
                </a:path>
                <a:path h="2133600" w="5524500">
                  <a:moveTo>
                    <a:pt x="4506582" y="0"/>
                  </a:moveTo>
                  <a:lnTo>
                    <a:pt x="4449432" y="0"/>
                  </a:lnTo>
                  <a:lnTo>
                    <a:pt x="4449432" y="19050"/>
                  </a:lnTo>
                  <a:lnTo>
                    <a:pt x="4506582" y="19050"/>
                  </a:lnTo>
                  <a:lnTo>
                    <a:pt x="4506582" y="0"/>
                  </a:lnTo>
                  <a:close/>
                </a:path>
                <a:path h="2133600" w="5524500">
                  <a:moveTo>
                    <a:pt x="4548467" y="2114550"/>
                  </a:moveTo>
                  <a:lnTo>
                    <a:pt x="4491317" y="2114550"/>
                  </a:lnTo>
                  <a:lnTo>
                    <a:pt x="4491317" y="2133600"/>
                  </a:lnTo>
                  <a:lnTo>
                    <a:pt x="4548467" y="2133600"/>
                  </a:lnTo>
                  <a:lnTo>
                    <a:pt x="4548467" y="2114550"/>
                  </a:lnTo>
                  <a:close/>
                </a:path>
                <a:path h="2133600" w="5524500">
                  <a:moveTo>
                    <a:pt x="4601654" y="0"/>
                  </a:moveTo>
                  <a:lnTo>
                    <a:pt x="4544504" y="0"/>
                  </a:lnTo>
                  <a:lnTo>
                    <a:pt x="4544504" y="19050"/>
                  </a:lnTo>
                  <a:lnTo>
                    <a:pt x="4601654" y="19050"/>
                  </a:lnTo>
                  <a:lnTo>
                    <a:pt x="4601654" y="0"/>
                  </a:lnTo>
                  <a:close/>
                </a:path>
                <a:path h="2133600" w="5524500">
                  <a:moveTo>
                    <a:pt x="4643539" y="2114550"/>
                  </a:moveTo>
                  <a:lnTo>
                    <a:pt x="4586389" y="2114550"/>
                  </a:lnTo>
                  <a:lnTo>
                    <a:pt x="4586389" y="2133600"/>
                  </a:lnTo>
                  <a:lnTo>
                    <a:pt x="4643539" y="2133600"/>
                  </a:lnTo>
                  <a:lnTo>
                    <a:pt x="4643539" y="2114550"/>
                  </a:lnTo>
                  <a:close/>
                </a:path>
                <a:path h="2133600" w="5524500">
                  <a:moveTo>
                    <a:pt x="4696726" y="0"/>
                  </a:moveTo>
                  <a:lnTo>
                    <a:pt x="4639576" y="0"/>
                  </a:lnTo>
                  <a:lnTo>
                    <a:pt x="4639576" y="19050"/>
                  </a:lnTo>
                  <a:lnTo>
                    <a:pt x="4696726" y="19050"/>
                  </a:lnTo>
                  <a:lnTo>
                    <a:pt x="4696726" y="0"/>
                  </a:lnTo>
                  <a:close/>
                </a:path>
                <a:path h="2133600" w="5524500">
                  <a:moveTo>
                    <a:pt x="4738611" y="2114550"/>
                  </a:moveTo>
                  <a:lnTo>
                    <a:pt x="4681461" y="2114550"/>
                  </a:lnTo>
                  <a:lnTo>
                    <a:pt x="4681461" y="2133600"/>
                  </a:lnTo>
                  <a:lnTo>
                    <a:pt x="4738611" y="2133600"/>
                  </a:lnTo>
                  <a:lnTo>
                    <a:pt x="4738611" y="2114550"/>
                  </a:lnTo>
                  <a:close/>
                </a:path>
                <a:path h="2133600" w="5524500">
                  <a:moveTo>
                    <a:pt x="4791799" y="0"/>
                  </a:moveTo>
                  <a:lnTo>
                    <a:pt x="4734649" y="0"/>
                  </a:lnTo>
                  <a:lnTo>
                    <a:pt x="4734649" y="19050"/>
                  </a:lnTo>
                  <a:lnTo>
                    <a:pt x="4791799" y="19050"/>
                  </a:lnTo>
                  <a:lnTo>
                    <a:pt x="4791799" y="0"/>
                  </a:lnTo>
                  <a:close/>
                </a:path>
                <a:path h="2133600" w="5524500">
                  <a:moveTo>
                    <a:pt x="4833683" y="2114550"/>
                  </a:moveTo>
                  <a:lnTo>
                    <a:pt x="4776533" y="2114550"/>
                  </a:lnTo>
                  <a:lnTo>
                    <a:pt x="4776533" y="2133600"/>
                  </a:lnTo>
                  <a:lnTo>
                    <a:pt x="4833683" y="2133600"/>
                  </a:lnTo>
                  <a:lnTo>
                    <a:pt x="4833683" y="2114550"/>
                  </a:lnTo>
                  <a:close/>
                </a:path>
                <a:path h="2133600" w="5524500">
                  <a:moveTo>
                    <a:pt x="4886871" y="0"/>
                  </a:moveTo>
                  <a:lnTo>
                    <a:pt x="4829721" y="0"/>
                  </a:lnTo>
                  <a:lnTo>
                    <a:pt x="4829721" y="19050"/>
                  </a:lnTo>
                  <a:lnTo>
                    <a:pt x="4886871" y="19050"/>
                  </a:lnTo>
                  <a:lnTo>
                    <a:pt x="4886871" y="0"/>
                  </a:lnTo>
                  <a:close/>
                </a:path>
                <a:path h="2133600" w="5524500">
                  <a:moveTo>
                    <a:pt x="4928743" y="2114550"/>
                  </a:moveTo>
                  <a:lnTo>
                    <a:pt x="4871593" y="2114550"/>
                  </a:lnTo>
                  <a:lnTo>
                    <a:pt x="4871593" y="2133600"/>
                  </a:lnTo>
                  <a:lnTo>
                    <a:pt x="4928743" y="2133600"/>
                  </a:lnTo>
                  <a:lnTo>
                    <a:pt x="4928743" y="2114550"/>
                  </a:lnTo>
                  <a:close/>
                </a:path>
                <a:path h="2133600" w="5524500">
                  <a:moveTo>
                    <a:pt x="4981943" y="0"/>
                  </a:moveTo>
                  <a:lnTo>
                    <a:pt x="4924793" y="0"/>
                  </a:lnTo>
                  <a:lnTo>
                    <a:pt x="4924793" y="19050"/>
                  </a:lnTo>
                  <a:lnTo>
                    <a:pt x="4981943" y="19050"/>
                  </a:lnTo>
                  <a:lnTo>
                    <a:pt x="4981943" y="0"/>
                  </a:lnTo>
                  <a:close/>
                </a:path>
                <a:path h="2133600" w="5524500">
                  <a:moveTo>
                    <a:pt x="5023815" y="2114550"/>
                  </a:moveTo>
                  <a:lnTo>
                    <a:pt x="4966665" y="2114550"/>
                  </a:lnTo>
                  <a:lnTo>
                    <a:pt x="4966665" y="2133600"/>
                  </a:lnTo>
                  <a:lnTo>
                    <a:pt x="5023815" y="2133600"/>
                  </a:lnTo>
                  <a:lnTo>
                    <a:pt x="5023815" y="2114550"/>
                  </a:lnTo>
                  <a:close/>
                </a:path>
                <a:path h="2133600" w="5524500">
                  <a:moveTo>
                    <a:pt x="5077015" y="0"/>
                  </a:moveTo>
                  <a:lnTo>
                    <a:pt x="5019865" y="0"/>
                  </a:lnTo>
                  <a:lnTo>
                    <a:pt x="5019865" y="19050"/>
                  </a:lnTo>
                  <a:lnTo>
                    <a:pt x="5077015" y="19050"/>
                  </a:lnTo>
                  <a:lnTo>
                    <a:pt x="5077015" y="0"/>
                  </a:lnTo>
                  <a:close/>
                </a:path>
                <a:path h="2133600" w="5524500">
                  <a:moveTo>
                    <a:pt x="5118887" y="2114550"/>
                  </a:moveTo>
                  <a:lnTo>
                    <a:pt x="5061737" y="2114550"/>
                  </a:lnTo>
                  <a:lnTo>
                    <a:pt x="5061737" y="2133600"/>
                  </a:lnTo>
                  <a:lnTo>
                    <a:pt x="5118887" y="2133600"/>
                  </a:lnTo>
                  <a:lnTo>
                    <a:pt x="5118887" y="2114550"/>
                  </a:lnTo>
                  <a:close/>
                </a:path>
                <a:path h="2133600" w="5524500">
                  <a:moveTo>
                    <a:pt x="5172075" y="0"/>
                  </a:moveTo>
                  <a:lnTo>
                    <a:pt x="5114925" y="0"/>
                  </a:lnTo>
                  <a:lnTo>
                    <a:pt x="5114925" y="19050"/>
                  </a:lnTo>
                  <a:lnTo>
                    <a:pt x="5172075" y="19050"/>
                  </a:lnTo>
                  <a:lnTo>
                    <a:pt x="5172075" y="0"/>
                  </a:lnTo>
                  <a:close/>
                </a:path>
                <a:path h="2133600" w="5524500">
                  <a:moveTo>
                    <a:pt x="5213959" y="2114550"/>
                  </a:moveTo>
                  <a:lnTo>
                    <a:pt x="5156809" y="2114550"/>
                  </a:lnTo>
                  <a:lnTo>
                    <a:pt x="5156809" y="2133600"/>
                  </a:lnTo>
                  <a:lnTo>
                    <a:pt x="5213959" y="2133600"/>
                  </a:lnTo>
                  <a:lnTo>
                    <a:pt x="5213959" y="2114550"/>
                  </a:lnTo>
                  <a:close/>
                </a:path>
                <a:path h="2133600" w="5524500">
                  <a:moveTo>
                    <a:pt x="5267147" y="0"/>
                  </a:moveTo>
                  <a:lnTo>
                    <a:pt x="5209997" y="0"/>
                  </a:lnTo>
                  <a:lnTo>
                    <a:pt x="5209997" y="19050"/>
                  </a:lnTo>
                  <a:lnTo>
                    <a:pt x="5267147" y="19050"/>
                  </a:lnTo>
                  <a:lnTo>
                    <a:pt x="5267147" y="0"/>
                  </a:lnTo>
                  <a:close/>
                </a:path>
                <a:path h="2133600" w="5524500">
                  <a:moveTo>
                    <a:pt x="5309032" y="2114550"/>
                  </a:moveTo>
                  <a:lnTo>
                    <a:pt x="5251882" y="2114550"/>
                  </a:lnTo>
                  <a:lnTo>
                    <a:pt x="5251882" y="2133600"/>
                  </a:lnTo>
                  <a:lnTo>
                    <a:pt x="5309032" y="2133600"/>
                  </a:lnTo>
                  <a:lnTo>
                    <a:pt x="5309032" y="2114550"/>
                  </a:lnTo>
                  <a:close/>
                </a:path>
                <a:path h="2133600" w="5524500">
                  <a:moveTo>
                    <a:pt x="5362219" y="0"/>
                  </a:moveTo>
                  <a:lnTo>
                    <a:pt x="5305069" y="0"/>
                  </a:lnTo>
                  <a:lnTo>
                    <a:pt x="5305069" y="19050"/>
                  </a:lnTo>
                  <a:lnTo>
                    <a:pt x="5362219" y="19050"/>
                  </a:lnTo>
                  <a:lnTo>
                    <a:pt x="5362219" y="0"/>
                  </a:lnTo>
                  <a:close/>
                </a:path>
                <a:path h="2133600" w="5524500">
                  <a:moveTo>
                    <a:pt x="5404104" y="2114550"/>
                  </a:moveTo>
                  <a:lnTo>
                    <a:pt x="5346954" y="2114550"/>
                  </a:lnTo>
                  <a:lnTo>
                    <a:pt x="5346954" y="2133600"/>
                  </a:lnTo>
                  <a:lnTo>
                    <a:pt x="5404104" y="2133600"/>
                  </a:lnTo>
                  <a:lnTo>
                    <a:pt x="5404104" y="2114550"/>
                  </a:lnTo>
                  <a:close/>
                </a:path>
                <a:path h="2133600" w="5524500">
                  <a:moveTo>
                    <a:pt x="5458206" y="723"/>
                  </a:moveTo>
                  <a:lnTo>
                    <a:pt x="5455805" y="368"/>
                  </a:lnTo>
                  <a:lnTo>
                    <a:pt x="5448300" y="0"/>
                  </a:lnTo>
                  <a:lnTo>
                    <a:pt x="5400141" y="0"/>
                  </a:lnTo>
                  <a:lnTo>
                    <a:pt x="5400141" y="19050"/>
                  </a:lnTo>
                  <a:lnTo>
                    <a:pt x="5455805" y="19050"/>
                  </a:lnTo>
                  <a:lnTo>
                    <a:pt x="5458206" y="723"/>
                  </a:lnTo>
                  <a:close/>
                </a:path>
                <a:path h="2133600" w="5524500">
                  <a:moveTo>
                    <a:pt x="5501183" y="2112200"/>
                  </a:moveTo>
                  <a:lnTo>
                    <a:pt x="5488000" y="2098535"/>
                  </a:lnTo>
                  <a:lnTo>
                    <a:pt x="5483352" y="2103170"/>
                  </a:lnTo>
                  <a:lnTo>
                    <a:pt x="5477180" y="2107311"/>
                  </a:lnTo>
                  <a:lnTo>
                    <a:pt x="5463171" y="2113102"/>
                  </a:lnTo>
                  <a:lnTo>
                    <a:pt x="5455882" y="2114550"/>
                  </a:lnTo>
                  <a:lnTo>
                    <a:pt x="5442013" y="2114550"/>
                  </a:lnTo>
                  <a:lnTo>
                    <a:pt x="5442013" y="2133600"/>
                  </a:lnTo>
                  <a:lnTo>
                    <a:pt x="5448300" y="2133600"/>
                  </a:lnTo>
                  <a:lnTo>
                    <a:pt x="5455805" y="2133244"/>
                  </a:lnTo>
                  <a:lnTo>
                    <a:pt x="5496623" y="2116340"/>
                  </a:lnTo>
                  <a:lnTo>
                    <a:pt x="5501183" y="2112200"/>
                  </a:lnTo>
                  <a:close/>
                </a:path>
                <a:path h="2133600" w="5524500">
                  <a:moveTo>
                    <a:pt x="5524500" y="2015528"/>
                  </a:moveTo>
                  <a:lnTo>
                    <a:pt x="5505450" y="2015528"/>
                  </a:lnTo>
                  <a:lnTo>
                    <a:pt x="5505450" y="2064918"/>
                  </a:lnTo>
                  <a:lnTo>
                    <a:pt x="5504408" y="2070265"/>
                  </a:lnTo>
                  <a:lnTo>
                    <a:pt x="5522519" y="2074418"/>
                  </a:lnTo>
                  <a:lnTo>
                    <a:pt x="5523052" y="2072271"/>
                  </a:lnTo>
                  <a:lnTo>
                    <a:pt x="5524144" y="2064918"/>
                  </a:lnTo>
                  <a:lnTo>
                    <a:pt x="5524500" y="2057400"/>
                  </a:lnTo>
                  <a:lnTo>
                    <a:pt x="5524500" y="2015528"/>
                  </a:lnTo>
                  <a:close/>
                </a:path>
                <a:path h="2133600" w="5524500">
                  <a:moveTo>
                    <a:pt x="5524500" y="1920455"/>
                  </a:moveTo>
                  <a:lnTo>
                    <a:pt x="5505450" y="1920455"/>
                  </a:lnTo>
                  <a:lnTo>
                    <a:pt x="5505450" y="1977605"/>
                  </a:lnTo>
                  <a:lnTo>
                    <a:pt x="5524500" y="1977605"/>
                  </a:lnTo>
                  <a:lnTo>
                    <a:pt x="5524500" y="1920455"/>
                  </a:lnTo>
                  <a:close/>
                </a:path>
                <a:path h="2133600" w="5524500">
                  <a:moveTo>
                    <a:pt x="5524500" y="1825383"/>
                  </a:moveTo>
                  <a:lnTo>
                    <a:pt x="5505450" y="1825383"/>
                  </a:lnTo>
                  <a:lnTo>
                    <a:pt x="5505450" y="1882533"/>
                  </a:lnTo>
                  <a:lnTo>
                    <a:pt x="5524500" y="1882533"/>
                  </a:lnTo>
                  <a:lnTo>
                    <a:pt x="5524500" y="1825383"/>
                  </a:lnTo>
                  <a:close/>
                </a:path>
                <a:path h="2133600" w="5524500">
                  <a:moveTo>
                    <a:pt x="5524500" y="1730324"/>
                  </a:moveTo>
                  <a:lnTo>
                    <a:pt x="5505450" y="1730324"/>
                  </a:lnTo>
                  <a:lnTo>
                    <a:pt x="5505450" y="1787474"/>
                  </a:lnTo>
                  <a:lnTo>
                    <a:pt x="5524500" y="1787474"/>
                  </a:lnTo>
                  <a:lnTo>
                    <a:pt x="5524500" y="1730324"/>
                  </a:lnTo>
                  <a:close/>
                </a:path>
                <a:path h="2133600" w="5524500">
                  <a:moveTo>
                    <a:pt x="5524500" y="1635252"/>
                  </a:moveTo>
                  <a:lnTo>
                    <a:pt x="5505450" y="1635252"/>
                  </a:lnTo>
                  <a:lnTo>
                    <a:pt x="5505450" y="1692402"/>
                  </a:lnTo>
                  <a:lnTo>
                    <a:pt x="5524500" y="1692402"/>
                  </a:lnTo>
                  <a:lnTo>
                    <a:pt x="5524500" y="1635252"/>
                  </a:lnTo>
                  <a:close/>
                </a:path>
                <a:path h="2133600" w="5524500">
                  <a:moveTo>
                    <a:pt x="5524500" y="1540179"/>
                  </a:moveTo>
                  <a:lnTo>
                    <a:pt x="5505450" y="1540179"/>
                  </a:lnTo>
                  <a:lnTo>
                    <a:pt x="5505450" y="1597329"/>
                  </a:lnTo>
                  <a:lnTo>
                    <a:pt x="5524500" y="1597329"/>
                  </a:lnTo>
                  <a:lnTo>
                    <a:pt x="5524500" y="1540179"/>
                  </a:lnTo>
                  <a:close/>
                </a:path>
                <a:path h="2133600" w="5524500">
                  <a:moveTo>
                    <a:pt x="5524500" y="1445107"/>
                  </a:moveTo>
                  <a:lnTo>
                    <a:pt x="5505450" y="1445107"/>
                  </a:lnTo>
                  <a:lnTo>
                    <a:pt x="5505450" y="1502257"/>
                  </a:lnTo>
                  <a:lnTo>
                    <a:pt x="5524500" y="1502257"/>
                  </a:lnTo>
                  <a:lnTo>
                    <a:pt x="5524500" y="1445107"/>
                  </a:lnTo>
                  <a:close/>
                </a:path>
                <a:path h="2133600" w="5524500">
                  <a:moveTo>
                    <a:pt x="5524500" y="1350035"/>
                  </a:moveTo>
                  <a:lnTo>
                    <a:pt x="5505450" y="1350035"/>
                  </a:lnTo>
                  <a:lnTo>
                    <a:pt x="5505450" y="1407185"/>
                  </a:lnTo>
                  <a:lnTo>
                    <a:pt x="5524500" y="1407185"/>
                  </a:lnTo>
                  <a:lnTo>
                    <a:pt x="5524500" y="1350035"/>
                  </a:lnTo>
                  <a:close/>
                </a:path>
                <a:path h="2133600" w="5524500">
                  <a:moveTo>
                    <a:pt x="5524500" y="1254963"/>
                  </a:moveTo>
                  <a:lnTo>
                    <a:pt x="5505450" y="1254963"/>
                  </a:lnTo>
                  <a:lnTo>
                    <a:pt x="5505450" y="1312113"/>
                  </a:lnTo>
                  <a:lnTo>
                    <a:pt x="5524500" y="1312113"/>
                  </a:lnTo>
                  <a:lnTo>
                    <a:pt x="5524500" y="1254963"/>
                  </a:lnTo>
                  <a:close/>
                </a:path>
                <a:path h="2133600" w="5524500">
                  <a:moveTo>
                    <a:pt x="5524500" y="1159903"/>
                  </a:moveTo>
                  <a:lnTo>
                    <a:pt x="5505450" y="1159903"/>
                  </a:lnTo>
                  <a:lnTo>
                    <a:pt x="5505450" y="1217053"/>
                  </a:lnTo>
                  <a:lnTo>
                    <a:pt x="5524500" y="1217053"/>
                  </a:lnTo>
                  <a:lnTo>
                    <a:pt x="5524500" y="1159903"/>
                  </a:lnTo>
                  <a:close/>
                </a:path>
                <a:path h="2133600" w="5524500">
                  <a:moveTo>
                    <a:pt x="5524500" y="1064831"/>
                  </a:moveTo>
                  <a:lnTo>
                    <a:pt x="5505450" y="1064831"/>
                  </a:lnTo>
                  <a:lnTo>
                    <a:pt x="5505450" y="1121981"/>
                  </a:lnTo>
                  <a:lnTo>
                    <a:pt x="5524500" y="1121981"/>
                  </a:lnTo>
                  <a:lnTo>
                    <a:pt x="5524500" y="1064831"/>
                  </a:lnTo>
                  <a:close/>
                </a:path>
                <a:path h="2133600" w="5524500">
                  <a:moveTo>
                    <a:pt x="5524500" y="969759"/>
                  </a:moveTo>
                  <a:lnTo>
                    <a:pt x="5505450" y="969759"/>
                  </a:lnTo>
                  <a:lnTo>
                    <a:pt x="5505450" y="1026909"/>
                  </a:lnTo>
                  <a:lnTo>
                    <a:pt x="5524500" y="1026909"/>
                  </a:lnTo>
                  <a:lnTo>
                    <a:pt x="5524500" y="969759"/>
                  </a:lnTo>
                  <a:close/>
                </a:path>
                <a:path h="2133600" w="5524500">
                  <a:moveTo>
                    <a:pt x="5524500" y="874687"/>
                  </a:moveTo>
                  <a:lnTo>
                    <a:pt x="5505450" y="874687"/>
                  </a:lnTo>
                  <a:lnTo>
                    <a:pt x="5505450" y="931837"/>
                  </a:lnTo>
                  <a:lnTo>
                    <a:pt x="5524500" y="931837"/>
                  </a:lnTo>
                  <a:lnTo>
                    <a:pt x="5524500" y="874687"/>
                  </a:lnTo>
                  <a:close/>
                </a:path>
                <a:path h="2133600" w="5524500">
                  <a:moveTo>
                    <a:pt x="5524500" y="779614"/>
                  </a:moveTo>
                  <a:lnTo>
                    <a:pt x="5505450" y="779614"/>
                  </a:lnTo>
                  <a:lnTo>
                    <a:pt x="5505450" y="836764"/>
                  </a:lnTo>
                  <a:lnTo>
                    <a:pt x="5524500" y="836764"/>
                  </a:lnTo>
                  <a:lnTo>
                    <a:pt x="5524500" y="779614"/>
                  </a:lnTo>
                  <a:close/>
                </a:path>
                <a:path h="2133600" w="5524500">
                  <a:moveTo>
                    <a:pt x="5524500" y="684542"/>
                  </a:moveTo>
                  <a:lnTo>
                    <a:pt x="5505450" y="684542"/>
                  </a:lnTo>
                  <a:lnTo>
                    <a:pt x="5505450" y="741692"/>
                  </a:lnTo>
                  <a:lnTo>
                    <a:pt x="5524500" y="741692"/>
                  </a:lnTo>
                  <a:lnTo>
                    <a:pt x="5524500" y="684542"/>
                  </a:lnTo>
                  <a:close/>
                </a:path>
                <a:path h="2133600" w="5524500">
                  <a:moveTo>
                    <a:pt x="5524500" y="589470"/>
                  </a:moveTo>
                  <a:lnTo>
                    <a:pt x="5505450" y="589470"/>
                  </a:lnTo>
                  <a:lnTo>
                    <a:pt x="5505450" y="646620"/>
                  </a:lnTo>
                  <a:lnTo>
                    <a:pt x="5524500" y="646620"/>
                  </a:lnTo>
                  <a:lnTo>
                    <a:pt x="5524500" y="589470"/>
                  </a:lnTo>
                  <a:close/>
                </a:path>
                <a:path h="2133600" w="5524500">
                  <a:moveTo>
                    <a:pt x="5524500" y="494411"/>
                  </a:moveTo>
                  <a:lnTo>
                    <a:pt x="5505450" y="494411"/>
                  </a:lnTo>
                  <a:lnTo>
                    <a:pt x="5505450" y="551561"/>
                  </a:lnTo>
                  <a:lnTo>
                    <a:pt x="5524500" y="551561"/>
                  </a:lnTo>
                  <a:lnTo>
                    <a:pt x="5524500" y="494411"/>
                  </a:lnTo>
                  <a:close/>
                </a:path>
                <a:path h="2133600" w="5524500">
                  <a:moveTo>
                    <a:pt x="5524500" y="399338"/>
                  </a:moveTo>
                  <a:lnTo>
                    <a:pt x="5505450" y="399338"/>
                  </a:lnTo>
                  <a:lnTo>
                    <a:pt x="5505450" y="456488"/>
                  </a:lnTo>
                  <a:lnTo>
                    <a:pt x="5524500" y="456488"/>
                  </a:lnTo>
                  <a:lnTo>
                    <a:pt x="5524500" y="399338"/>
                  </a:lnTo>
                  <a:close/>
                </a:path>
                <a:path h="2133600" w="5524500">
                  <a:moveTo>
                    <a:pt x="5524500" y="304266"/>
                  </a:moveTo>
                  <a:lnTo>
                    <a:pt x="5505450" y="304266"/>
                  </a:lnTo>
                  <a:lnTo>
                    <a:pt x="5505450" y="361416"/>
                  </a:lnTo>
                  <a:lnTo>
                    <a:pt x="5524500" y="361416"/>
                  </a:lnTo>
                  <a:lnTo>
                    <a:pt x="5524500" y="304266"/>
                  </a:lnTo>
                  <a:close/>
                </a:path>
                <a:path h="2133600" w="5524500">
                  <a:moveTo>
                    <a:pt x="5524500" y="209194"/>
                  </a:moveTo>
                  <a:lnTo>
                    <a:pt x="5505450" y="209194"/>
                  </a:lnTo>
                  <a:lnTo>
                    <a:pt x="5505450" y="266344"/>
                  </a:lnTo>
                  <a:lnTo>
                    <a:pt x="5524500" y="266344"/>
                  </a:lnTo>
                  <a:lnTo>
                    <a:pt x="5524500" y="209194"/>
                  </a:lnTo>
                  <a:close/>
                </a:path>
                <a:path h="2133600" w="5524500">
                  <a:moveTo>
                    <a:pt x="5524500" y="114122"/>
                  </a:moveTo>
                  <a:lnTo>
                    <a:pt x="5505450" y="114122"/>
                  </a:lnTo>
                  <a:lnTo>
                    <a:pt x="5505450" y="171272"/>
                  </a:lnTo>
                  <a:lnTo>
                    <a:pt x="5524500" y="171272"/>
                  </a:lnTo>
                  <a:lnTo>
                    <a:pt x="5524500" y="114122"/>
                  </a:lnTo>
                  <a:close/>
                </a:path>
                <a:path h="2133600" w="5524500">
                  <a:moveTo>
                    <a:pt x="5524500" y="76200"/>
                  </a:moveTo>
                  <a:lnTo>
                    <a:pt x="5511673" y="33858"/>
                  </a:lnTo>
                  <a:lnTo>
                    <a:pt x="5497766" y="18313"/>
                  </a:lnTo>
                  <a:lnTo>
                    <a:pt x="5485536" y="32613"/>
                  </a:lnTo>
                  <a:lnTo>
                    <a:pt x="5488711" y="35801"/>
                  </a:lnTo>
                  <a:lnTo>
                    <a:pt x="5494071" y="41148"/>
                  </a:lnTo>
                  <a:lnTo>
                    <a:pt x="5498198" y="47332"/>
                  </a:lnTo>
                  <a:lnTo>
                    <a:pt x="5504002" y="61341"/>
                  </a:lnTo>
                  <a:lnTo>
                    <a:pt x="5505450" y="68630"/>
                  </a:lnTo>
                  <a:lnTo>
                    <a:pt x="5505450" y="76200"/>
                  </a:lnTo>
                  <a:lnTo>
                    <a:pt x="5524500" y="762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2" name="object 32"/>
            <p:cNvSpPr/>
            <p:nvPr/>
          </p:nvSpPr>
          <p:spPr>
            <a:xfrm>
              <a:off x="8801099" y="2250281"/>
              <a:ext cx="342900" cy="300355"/>
            </a:xfrm>
            <a:custGeom>
              <a:avLst/>
              <a:gdLst/>
              <a:ahLst/>
              <a:cxnLst/>
              <a:rect b="b" l="l" r="r" t="t"/>
              <a:pathLst>
                <a:path h="300355" w="342900">
                  <a:moveTo>
                    <a:pt x="300037" y="300037"/>
                  </a:moveTo>
                  <a:lnTo>
                    <a:pt x="42862" y="300037"/>
                  </a:lnTo>
                  <a:lnTo>
                    <a:pt x="26191" y="296664"/>
                  </a:lnTo>
                  <a:lnTo>
                    <a:pt x="12565" y="287471"/>
                  </a:lnTo>
                  <a:lnTo>
                    <a:pt x="3372" y="273845"/>
                  </a:lnTo>
                  <a:lnTo>
                    <a:pt x="0" y="257174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300037" y="0"/>
                  </a:lnTo>
                  <a:lnTo>
                    <a:pt x="316708" y="3372"/>
                  </a:lnTo>
                  <a:lnTo>
                    <a:pt x="330334" y="12565"/>
                  </a:lnTo>
                  <a:lnTo>
                    <a:pt x="339527" y="26191"/>
                  </a:lnTo>
                  <a:lnTo>
                    <a:pt x="342899" y="42862"/>
                  </a:lnTo>
                  <a:lnTo>
                    <a:pt x="70746" y="42862"/>
                  </a:lnTo>
                  <a:lnTo>
                    <a:pt x="66645" y="43678"/>
                  </a:lnTo>
                  <a:lnTo>
                    <a:pt x="42862" y="70746"/>
                  </a:lnTo>
                  <a:lnTo>
                    <a:pt x="42862" y="79272"/>
                  </a:lnTo>
                  <a:lnTo>
                    <a:pt x="70746" y="107156"/>
                  </a:lnTo>
                  <a:lnTo>
                    <a:pt x="198306" y="107156"/>
                  </a:lnTo>
                  <a:lnTo>
                    <a:pt x="193283" y="109768"/>
                  </a:lnTo>
                  <a:lnTo>
                    <a:pt x="190336" y="114188"/>
                  </a:lnTo>
                  <a:lnTo>
                    <a:pt x="151294" y="171449"/>
                  </a:lnTo>
                  <a:lnTo>
                    <a:pt x="96976" y="171449"/>
                  </a:lnTo>
                  <a:lnTo>
                    <a:pt x="92288" y="173660"/>
                  </a:lnTo>
                  <a:lnTo>
                    <a:pt x="89274" y="177477"/>
                  </a:lnTo>
                  <a:lnTo>
                    <a:pt x="42527" y="235877"/>
                  </a:lnTo>
                  <a:lnTo>
                    <a:pt x="41790" y="242507"/>
                  </a:lnTo>
                  <a:lnTo>
                    <a:pt x="47148" y="253625"/>
                  </a:lnTo>
                  <a:lnTo>
                    <a:pt x="52774" y="257174"/>
                  </a:lnTo>
                  <a:lnTo>
                    <a:pt x="342899" y="257174"/>
                  </a:lnTo>
                  <a:lnTo>
                    <a:pt x="339527" y="273845"/>
                  </a:lnTo>
                  <a:lnTo>
                    <a:pt x="330334" y="287471"/>
                  </a:lnTo>
                  <a:lnTo>
                    <a:pt x="316708" y="296664"/>
                  </a:lnTo>
                  <a:lnTo>
                    <a:pt x="300037" y="300037"/>
                  </a:lnTo>
                  <a:close/>
                </a:path>
                <a:path h="300355" w="342900">
                  <a:moveTo>
                    <a:pt x="342899" y="257174"/>
                  </a:moveTo>
                  <a:lnTo>
                    <a:pt x="289924" y="257174"/>
                  </a:lnTo>
                  <a:lnTo>
                    <a:pt x="295416" y="253893"/>
                  </a:lnTo>
                  <a:lnTo>
                    <a:pt x="300908" y="243311"/>
                  </a:lnTo>
                  <a:lnTo>
                    <a:pt x="300573" y="236949"/>
                  </a:lnTo>
                  <a:lnTo>
                    <a:pt x="213843" y="109768"/>
                  </a:lnTo>
                  <a:lnTo>
                    <a:pt x="208887" y="107156"/>
                  </a:lnTo>
                  <a:lnTo>
                    <a:pt x="79272" y="107156"/>
                  </a:lnTo>
                  <a:lnTo>
                    <a:pt x="83372" y="106340"/>
                  </a:lnTo>
                  <a:lnTo>
                    <a:pt x="107156" y="79272"/>
                  </a:lnTo>
                  <a:lnTo>
                    <a:pt x="107156" y="70746"/>
                  </a:lnTo>
                  <a:lnTo>
                    <a:pt x="79272" y="42862"/>
                  </a:lnTo>
                  <a:lnTo>
                    <a:pt x="342899" y="42862"/>
                  </a:lnTo>
                  <a:lnTo>
                    <a:pt x="342899" y="257174"/>
                  </a:lnTo>
                  <a:close/>
                </a:path>
                <a:path h="300355" w="342900">
                  <a:moveTo>
                    <a:pt x="132070" y="199645"/>
                  </a:moveTo>
                  <a:lnTo>
                    <a:pt x="111241" y="173660"/>
                  </a:lnTo>
                  <a:lnTo>
                    <a:pt x="106620" y="171449"/>
                  </a:lnTo>
                  <a:lnTo>
                    <a:pt x="151294" y="171449"/>
                  </a:lnTo>
                  <a:lnTo>
                    <a:pt x="132070" y="199645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bIns="0" lIns="0" numCol="1" rIns="0" rtlCol="0" tIns="0" wrap="square"/>
            <a:lstStyle/>
            <a:p/>
          </p:txBody>
        </p:sp>
      </p:grpSp>
      <p:grpSp>
        <p:nvGrpSpPr>
          <p:cNvPr id="33" name="object 33"/>
          <p:cNvGrpSpPr/>
          <p:nvPr/>
        </p:nvGrpSpPr>
        <p:grpSpPr>
          <a:xfrm>
            <a:off x="6210299" y="3962399"/>
            <a:ext cx="5524500" cy="2133600"/>
            <a:chOff x="6210299" y="3962399"/>
            <a:chExt cx="5524500" cy="2133600"/>
          </a:xfrm>
        </p:grpSpPr>
        <p:sp>
          <p:nvSpPr>
            <p:cNvPr id="34" name="object 34"/>
            <p:cNvSpPr/>
            <p:nvPr/>
          </p:nvSpPr>
          <p:spPr>
            <a:xfrm>
              <a:off x="6210299" y="3962399"/>
              <a:ext cx="5524500" cy="2133600"/>
            </a:xfrm>
            <a:custGeom>
              <a:avLst/>
              <a:gdLst/>
              <a:ahLst/>
              <a:cxnLst/>
              <a:rect b="b" l="l" r="r" t="t"/>
              <a:pathLst>
                <a:path h="2133600" w="5524500">
                  <a:moveTo>
                    <a:pt x="5448299" y="2133599"/>
                  </a:moveTo>
                  <a:lnTo>
                    <a:pt x="76199" y="2133599"/>
                  </a:lnTo>
                  <a:lnTo>
                    <a:pt x="68693" y="2133236"/>
                  </a:lnTo>
                  <a:lnTo>
                    <a:pt x="27881" y="2116332"/>
                  </a:lnTo>
                  <a:lnTo>
                    <a:pt x="3262" y="2079485"/>
                  </a:lnTo>
                  <a:lnTo>
                    <a:pt x="0" y="20573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800"/>
                  </a:lnTo>
                  <a:lnTo>
                    <a:pt x="76199" y="0"/>
                  </a:lnTo>
                  <a:lnTo>
                    <a:pt x="5448299" y="0"/>
                  </a:lnTo>
                  <a:lnTo>
                    <a:pt x="5490641" y="12829"/>
                  </a:lnTo>
                  <a:lnTo>
                    <a:pt x="5518698" y="47038"/>
                  </a:lnTo>
                  <a:lnTo>
                    <a:pt x="5524499" y="76199"/>
                  </a:lnTo>
                  <a:lnTo>
                    <a:pt x="5524499" y="2057399"/>
                  </a:lnTo>
                  <a:lnTo>
                    <a:pt x="5511668" y="2099741"/>
                  </a:lnTo>
                  <a:lnTo>
                    <a:pt x="5477458" y="2127798"/>
                  </a:lnTo>
                  <a:lnTo>
                    <a:pt x="5448299" y="21335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5" name="object 35"/>
            <p:cNvSpPr/>
            <p:nvPr/>
          </p:nvSpPr>
          <p:spPr>
            <a:xfrm>
              <a:off x="6210287" y="3962399"/>
              <a:ext cx="5524500" cy="2133600"/>
            </a:xfrm>
            <a:custGeom>
              <a:avLst/>
              <a:gdLst/>
              <a:ahLst/>
              <a:cxnLst/>
              <a:rect b="b" l="l" r="r" t="t"/>
              <a:pathLst>
                <a:path h="2133600" w="5524500">
                  <a:moveTo>
                    <a:pt x="19050" y="1918131"/>
                  </a:moveTo>
                  <a:lnTo>
                    <a:pt x="0" y="1918131"/>
                  </a:lnTo>
                  <a:lnTo>
                    <a:pt x="0" y="1975281"/>
                  </a:lnTo>
                  <a:lnTo>
                    <a:pt x="19050" y="1975281"/>
                  </a:lnTo>
                  <a:lnTo>
                    <a:pt x="19050" y="1918131"/>
                  </a:lnTo>
                  <a:close/>
                </a:path>
                <a:path h="2133600" w="5524500">
                  <a:moveTo>
                    <a:pt x="19050" y="1823059"/>
                  </a:moveTo>
                  <a:lnTo>
                    <a:pt x="0" y="1823059"/>
                  </a:lnTo>
                  <a:lnTo>
                    <a:pt x="0" y="1880209"/>
                  </a:lnTo>
                  <a:lnTo>
                    <a:pt x="19050" y="1880209"/>
                  </a:lnTo>
                  <a:lnTo>
                    <a:pt x="19050" y="1823059"/>
                  </a:lnTo>
                  <a:close/>
                </a:path>
                <a:path h="2133600" w="5524500">
                  <a:moveTo>
                    <a:pt x="19050" y="1727987"/>
                  </a:moveTo>
                  <a:lnTo>
                    <a:pt x="0" y="1727987"/>
                  </a:lnTo>
                  <a:lnTo>
                    <a:pt x="0" y="1785137"/>
                  </a:lnTo>
                  <a:lnTo>
                    <a:pt x="19050" y="1785137"/>
                  </a:lnTo>
                  <a:lnTo>
                    <a:pt x="19050" y="1727987"/>
                  </a:lnTo>
                  <a:close/>
                </a:path>
                <a:path h="2133600" w="5524500">
                  <a:moveTo>
                    <a:pt x="19050" y="1632915"/>
                  </a:moveTo>
                  <a:lnTo>
                    <a:pt x="0" y="1632915"/>
                  </a:lnTo>
                  <a:lnTo>
                    <a:pt x="0" y="1690065"/>
                  </a:lnTo>
                  <a:lnTo>
                    <a:pt x="19050" y="1690065"/>
                  </a:lnTo>
                  <a:lnTo>
                    <a:pt x="19050" y="1632915"/>
                  </a:lnTo>
                  <a:close/>
                </a:path>
                <a:path h="2133600" w="5524500">
                  <a:moveTo>
                    <a:pt x="19050" y="1537843"/>
                  </a:moveTo>
                  <a:lnTo>
                    <a:pt x="0" y="1537843"/>
                  </a:lnTo>
                  <a:lnTo>
                    <a:pt x="0" y="1594993"/>
                  </a:lnTo>
                  <a:lnTo>
                    <a:pt x="19050" y="1594993"/>
                  </a:lnTo>
                  <a:lnTo>
                    <a:pt x="19050" y="1537843"/>
                  </a:lnTo>
                  <a:close/>
                </a:path>
                <a:path h="2133600" w="5524500">
                  <a:moveTo>
                    <a:pt x="19050" y="1442783"/>
                  </a:moveTo>
                  <a:lnTo>
                    <a:pt x="0" y="1442783"/>
                  </a:lnTo>
                  <a:lnTo>
                    <a:pt x="0" y="1499933"/>
                  </a:lnTo>
                  <a:lnTo>
                    <a:pt x="19050" y="1499933"/>
                  </a:lnTo>
                  <a:lnTo>
                    <a:pt x="19050" y="1442783"/>
                  </a:lnTo>
                  <a:close/>
                </a:path>
                <a:path h="2133600" w="5524500">
                  <a:moveTo>
                    <a:pt x="19050" y="1347711"/>
                  </a:moveTo>
                  <a:lnTo>
                    <a:pt x="0" y="1347711"/>
                  </a:lnTo>
                  <a:lnTo>
                    <a:pt x="0" y="1404861"/>
                  </a:lnTo>
                  <a:lnTo>
                    <a:pt x="19050" y="1404861"/>
                  </a:lnTo>
                  <a:lnTo>
                    <a:pt x="19050" y="1347711"/>
                  </a:lnTo>
                  <a:close/>
                </a:path>
                <a:path h="2133600" w="5524500">
                  <a:moveTo>
                    <a:pt x="19050" y="1252639"/>
                  </a:moveTo>
                  <a:lnTo>
                    <a:pt x="0" y="1252639"/>
                  </a:lnTo>
                  <a:lnTo>
                    <a:pt x="0" y="1309789"/>
                  </a:lnTo>
                  <a:lnTo>
                    <a:pt x="19050" y="1309789"/>
                  </a:lnTo>
                  <a:lnTo>
                    <a:pt x="19050" y="1252639"/>
                  </a:lnTo>
                  <a:close/>
                </a:path>
                <a:path h="2133600" w="5524500">
                  <a:moveTo>
                    <a:pt x="19050" y="1157566"/>
                  </a:moveTo>
                  <a:lnTo>
                    <a:pt x="0" y="1157566"/>
                  </a:lnTo>
                  <a:lnTo>
                    <a:pt x="0" y="1214716"/>
                  </a:lnTo>
                  <a:lnTo>
                    <a:pt x="19050" y="1214716"/>
                  </a:lnTo>
                  <a:lnTo>
                    <a:pt x="19050" y="1157566"/>
                  </a:lnTo>
                  <a:close/>
                </a:path>
                <a:path h="2133600" w="5524500">
                  <a:moveTo>
                    <a:pt x="19050" y="1062494"/>
                  </a:moveTo>
                  <a:lnTo>
                    <a:pt x="0" y="1062494"/>
                  </a:lnTo>
                  <a:lnTo>
                    <a:pt x="0" y="1119644"/>
                  </a:lnTo>
                  <a:lnTo>
                    <a:pt x="19050" y="1119644"/>
                  </a:lnTo>
                  <a:lnTo>
                    <a:pt x="19050" y="1062494"/>
                  </a:lnTo>
                  <a:close/>
                </a:path>
                <a:path h="2133600" w="5524500">
                  <a:moveTo>
                    <a:pt x="19050" y="967422"/>
                  </a:moveTo>
                  <a:lnTo>
                    <a:pt x="0" y="967422"/>
                  </a:lnTo>
                  <a:lnTo>
                    <a:pt x="0" y="1024572"/>
                  </a:lnTo>
                  <a:lnTo>
                    <a:pt x="19050" y="1024572"/>
                  </a:lnTo>
                  <a:lnTo>
                    <a:pt x="19050" y="967422"/>
                  </a:lnTo>
                  <a:close/>
                </a:path>
                <a:path h="2133600" w="5524500">
                  <a:moveTo>
                    <a:pt x="19050" y="872363"/>
                  </a:moveTo>
                  <a:lnTo>
                    <a:pt x="0" y="872363"/>
                  </a:lnTo>
                  <a:lnTo>
                    <a:pt x="0" y="929513"/>
                  </a:lnTo>
                  <a:lnTo>
                    <a:pt x="19050" y="929513"/>
                  </a:lnTo>
                  <a:lnTo>
                    <a:pt x="19050" y="872363"/>
                  </a:lnTo>
                  <a:close/>
                </a:path>
                <a:path h="2133600" w="5524500">
                  <a:moveTo>
                    <a:pt x="19050" y="777290"/>
                  </a:moveTo>
                  <a:lnTo>
                    <a:pt x="0" y="777290"/>
                  </a:lnTo>
                  <a:lnTo>
                    <a:pt x="0" y="834440"/>
                  </a:lnTo>
                  <a:lnTo>
                    <a:pt x="19050" y="834440"/>
                  </a:lnTo>
                  <a:lnTo>
                    <a:pt x="19050" y="777290"/>
                  </a:lnTo>
                  <a:close/>
                </a:path>
                <a:path h="2133600" w="5524500">
                  <a:moveTo>
                    <a:pt x="19050" y="682218"/>
                  </a:moveTo>
                  <a:lnTo>
                    <a:pt x="0" y="682218"/>
                  </a:lnTo>
                  <a:lnTo>
                    <a:pt x="0" y="739368"/>
                  </a:lnTo>
                  <a:lnTo>
                    <a:pt x="19050" y="739368"/>
                  </a:lnTo>
                  <a:lnTo>
                    <a:pt x="19050" y="682218"/>
                  </a:lnTo>
                  <a:close/>
                </a:path>
                <a:path h="2133600" w="5524500">
                  <a:moveTo>
                    <a:pt x="19050" y="587146"/>
                  </a:moveTo>
                  <a:lnTo>
                    <a:pt x="0" y="587146"/>
                  </a:lnTo>
                  <a:lnTo>
                    <a:pt x="0" y="644296"/>
                  </a:lnTo>
                  <a:lnTo>
                    <a:pt x="19050" y="644296"/>
                  </a:lnTo>
                  <a:lnTo>
                    <a:pt x="19050" y="587146"/>
                  </a:lnTo>
                  <a:close/>
                </a:path>
                <a:path h="2133600" w="5524500">
                  <a:moveTo>
                    <a:pt x="19050" y="492074"/>
                  </a:moveTo>
                  <a:lnTo>
                    <a:pt x="0" y="492074"/>
                  </a:lnTo>
                  <a:lnTo>
                    <a:pt x="0" y="549224"/>
                  </a:lnTo>
                  <a:lnTo>
                    <a:pt x="19050" y="549224"/>
                  </a:lnTo>
                  <a:lnTo>
                    <a:pt x="19050" y="492074"/>
                  </a:lnTo>
                  <a:close/>
                </a:path>
                <a:path h="2133600" w="5524500">
                  <a:moveTo>
                    <a:pt x="19050" y="397002"/>
                  </a:moveTo>
                  <a:lnTo>
                    <a:pt x="0" y="397002"/>
                  </a:lnTo>
                  <a:lnTo>
                    <a:pt x="0" y="454152"/>
                  </a:lnTo>
                  <a:lnTo>
                    <a:pt x="19050" y="454152"/>
                  </a:lnTo>
                  <a:lnTo>
                    <a:pt x="19050" y="397002"/>
                  </a:lnTo>
                  <a:close/>
                </a:path>
                <a:path h="2133600" w="5524500">
                  <a:moveTo>
                    <a:pt x="19050" y="301942"/>
                  </a:moveTo>
                  <a:lnTo>
                    <a:pt x="0" y="301942"/>
                  </a:lnTo>
                  <a:lnTo>
                    <a:pt x="0" y="359092"/>
                  </a:lnTo>
                  <a:lnTo>
                    <a:pt x="19050" y="359092"/>
                  </a:lnTo>
                  <a:lnTo>
                    <a:pt x="19050" y="301942"/>
                  </a:lnTo>
                  <a:close/>
                </a:path>
                <a:path h="2133600" w="5524500">
                  <a:moveTo>
                    <a:pt x="19050" y="206870"/>
                  </a:moveTo>
                  <a:lnTo>
                    <a:pt x="0" y="206870"/>
                  </a:lnTo>
                  <a:lnTo>
                    <a:pt x="0" y="264020"/>
                  </a:lnTo>
                  <a:lnTo>
                    <a:pt x="19050" y="264020"/>
                  </a:lnTo>
                  <a:lnTo>
                    <a:pt x="19050" y="206870"/>
                  </a:lnTo>
                  <a:close/>
                </a:path>
                <a:path h="2133600" w="5524500">
                  <a:moveTo>
                    <a:pt x="19050" y="111798"/>
                  </a:moveTo>
                  <a:lnTo>
                    <a:pt x="0" y="111798"/>
                  </a:lnTo>
                  <a:lnTo>
                    <a:pt x="0" y="168948"/>
                  </a:lnTo>
                  <a:lnTo>
                    <a:pt x="19050" y="168948"/>
                  </a:lnTo>
                  <a:lnTo>
                    <a:pt x="19050" y="111798"/>
                  </a:lnTo>
                  <a:close/>
                </a:path>
                <a:path h="2133600" w="5524500">
                  <a:moveTo>
                    <a:pt x="19710" y="2068258"/>
                  </a:moveTo>
                  <a:lnTo>
                    <a:pt x="19050" y="2064918"/>
                  </a:lnTo>
                  <a:lnTo>
                    <a:pt x="19050" y="2013204"/>
                  </a:lnTo>
                  <a:lnTo>
                    <a:pt x="0" y="2013204"/>
                  </a:lnTo>
                  <a:lnTo>
                    <a:pt x="0" y="2057400"/>
                  </a:lnTo>
                  <a:lnTo>
                    <a:pt x="368" y="2064918"/>
                  </a:lnTo>
                  <a:lnTo>
                    <a:pt x="1384" y="2071789"/>
                  </a:lnTo>
                  <a:lnTo>
                    <a:pt x="19710" y="2068258"/>
                  </a:lnTo>
                  <a:close/>
                </a:path>
                <a:path h="2133600" w="5524500">
                  <a:moveTo>
                    <a:pt x="40424" y="31165"/>
                  </a:moveTo>
                  <a:lnTo>
                    <a:pt x="28829" y="16573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27" y="73672"/>
                  </a:lnTo>
                  <a:lnTo>
                    <a:pt x="19050" y="74307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788" y="35801"/>
                  </a:lnTo>
                  <a:lnTo>
                    <a:pt x="40424" y="31165"/>
                  </a:lnTo>
                  <a:close/>
                </a:path>
                <a:path h="2133600" w="5524500">
                  <a:moveTo>
                    <a:pt x="80162" y="2114550"/>
                  </a:moveTo>
                  <a:lnTo>
                    <a:pt x="68630" y="2114550"/>
                  </a:lnTo>
                  <a:lnTo>
                    <a:pt x="61341" y="2113102"/>
                  </a:lnTo>
                  <a:lnTo>
                    <a:pt x="47332" y="2107311"/>
                  </a:lnTo>
                  <a:lnTo>
                    <a:pt x="41148" y="2103170"/>
                  </a:lnTo>
                  <a:lnTo>
                    <a:pt x="35801" y="2097811"/>
                  </a:lnTo>
                  <a:lnTo>
                    <a:pt x="35077" y="2097100"/>
                  </a:lnTo>
                  <a:lnTo>
                    <a:pt x="21412" y="2110282"/>
                  </a:lnTo>
                  <a:lnTo>
                    <a:pt x="22326" y="2111286"/>
                  </a:lnTo>
                  <a:lnTo>
                    <a:pt x="27889" y="2116340"/>
                  </a:lnTo>
                  <a:lnTo>
                    <a:pt x="68694" y="2133244"/>
                  </a:lnTo>
                  <a:lnTo>
                    <a:pt x="76200" y="2133600"/>
                  </a:lnTo>
                  <a:lnTo>
                    <a:pt x="80162" y="2133600"/>
                  </a:lnTo>
                  <a:lnTo>
                    <a:pt x="80162" y="2114550"/>
                  </a:lnTo>
                  <a:close/>
                </a:path>
                <a:path h="2133600" w="55245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h="2133600" w="5524500">
                  <a:moveTo>
                    <a:pt x="175234" y="2114550"/>
                  </a:moveTo>
                  <a:lnTo>
                    <a:pt x="118084" y="2114550"/>
                  </a:lnTo>
                  <a:lnTo>
                    <a:pt x="118084" y="2133600"/>
                  </a:lnTo>
                  <a:lnTo>
                    <a:pt x="175234" y="2133600"/>
                  </a:lnTo>
                  <a:lnTo>
                    <a:pt x="175234" y="2114550"/>
                  </a:lnTo>
                  <a:close/>
                </a:path>
                <a:path h="2133600" w="5524500">
                  <a:moveTo>
                    <a:pt x="228422" y="0"/>
                  </a:moveTo>
                  <a:lnTo>
                    <a:pt x="171272" y="0"/>
                  </a:lnTo>
                  <a:lnTo>
                    <a:pt x="171272" y="19050"/>
                  </a:lnTo>
                  <a:lnTo>
                    <a:pt x="228422" y="19050"/>
                  </a:lnTo>
                  <a:lnTo>
                    <a:pt x="228422" y="0"/>
                  </a:lnTo>
                  <a:close/>
                </a:path>
                <a:path h="2133600" w="5524500">
                  <a:moveTo>
                    <a:pt x="270306" y="2114550"/>
                  </a:moveTo>
                  <a:lnTo>
                    <a:pt x="213156" y="2114550"/>
                  </a:lnTo>
                  <a:lnTo>
                    <a:pt x="213156" y="2133600"/>
                  </a:lnTo>
                  <a:lnTo>
                    <a:pt x="270306" y="2133600"/>
                  </a:lnTo>
                  <a:lnTo>
                    <a:pt x="270306" y="2114550"/>
                  </a:lnTo>
                  <a:close/>
                </a:path>
                <a:path h="2133600" w="5524500">
                  <a:moveTo>
                    <a:pt x="323494" y="0"/>
                  </a:moveTo>
                  <a:lnTo>
                    <a:pt x="266344" y="0"/>
                  </a:lnTo>
                  <a:lnTo>
                    <a:pt x="266344" y="19050"/>
                  </a:lnTo>
                  <a:lnTo>
                    <a:pt x="323494" y="19050"/>
                  </a:lnTo>
                  <a:lnTo>
                    <a:pt x="323494" y="0"/>
                  </a:lnTo>
                  <a:close/>
                </a:path>
                <a:path h="2133600" w="5524500">
                  <a:moveTo>
                    <a:pt x="365379" y="2114550"/>
                  </a:moveTo>
                  <a:lnTo>
                    <a:pt x="308229" y="2114550"/>
                  </a:lnTo>
                  <a:lnTo>
                    <a:pt x="308229" y="2133600"/>
                  </a:lnTo>
                  <a:lnTo>
                    <a:pt x="365379" y="2133600"/>
                  </a:lnTo>
                  <a:lnTo>
                    <a:pt x="365379" y="2114550"/>
                  </a:lnTo>
                  <a:close/>
                </a:path>
                <a:path h="2133600" w="5524500">
                  <a:moveTo>
                    <a:pt x="418566" y="0"/>
                  </a:moveTo>
                  <a:lnTo>
                    <a:pt x="361416" y="0"/>
                  </a:lnTo>
                  <a:lnTo>
                    <a:pt x="361416" y="19050"/>
                  </a:lnTo>
                  <a:lnTo>
                    <a:pt x="418566" y="19050"/>
                  </a:lnTo>
                  <a:lnTo>
                    <a:pt x="418566" y="0"/>
                  </a:lnTo>
                  <a:close/>
                </a:path>
                <a:path h="2133600" w="5524500">
                  <a:moveTo>
                    <a:pt x="460438" y="2114550"/>
                  </a:moveTo>
                  <a:lnTo>
                    <a:pt x="403288" y="2114550"/>
                  </a:lnTo>
                  <a:lnTo>
                    <a:pt x="403288" y="2133600"/>
                  </a:lnTo>
                  <a:lnTo>
                    <a:pt x="460438" y="2133600"/>
                  </a:lnTo>
                  <a:lnTo>
                    <a:pt x="460438" y="2114550"/>
                  </a:lnTo>
                  <a:close/>
                </a:path>
                <a:path h="2133600" w="5524500">
                  <a:moveTo>
                    <a:pt x="513638" y="0"/>
                  </a:moveTo>
                  <a:lnTo>
                    <a:pt x="456488" y="0"/>
                  </a:lnTo>
                  <a:lnTo>
                    <a:pt x="456488" y="19050"/>
                  </a:lnTo>
                  <a:lnTo>
                    <a:pt x="513638" y="19050"/>
                  </a:lnTo>
                  <a:lnTo>
                    <a:pt x="513638" y="0"/>
                  </a:lnTo>
                  <a:close/>
                </a:path>
                <a:path h="2133600" w="5524500">
                  <a:moveTo>
                    <a:pt x="555510" y="2114550"/>
                  </a:moveTo>
                  <a:lnTo>
                    <a:pt x="498360" y="2114550"/>
                  </a:lnTo>
                  <a:lnTo>
                    <a:pt x="498360" y="2133600"/>
                  </a:lnTo>
                  <a:lnTo>
                    <a:pt x="555510" y="2133600"/>
                  </a:lnTo>
                  <a:lnTo>
                    <a:pt x="555510" y="2114550"/>
                  </a:lnTo>
                  <a:close/>
                </a:path>
                <a:path h="2133600" w="5524500">
                  <a:moveTo>
                    <a:pt x="608711" y="0"/>
                  </a:moveTo>
                  <a:lnTo>
                    <a:pt x="551561" y="0"/>
                  </a:lnTo>
                  <a:lnTo>
                    <a:pt x="551561" y="19050"/>
                  </a:lnTo>
                  <a:lnTo>
                    <a:pt x="608711" y="19050"/>
                  </a:lnTo>
                  <a:lnTo>
                    <a:pt x="608711" y="0"/>
                  </a:lnTo>
                  <a:close/>
                </a:path>
                <a:path h="2133600" w="5524500">
                  <a:moveTo>
                    <a:pt x="650582" y="2114550"/>
                  </a:moveTo>
                  <a:lnTo>
                    <a:pt x="593432" y="2114550"/>
                  </a:lnTo>
                  <a:lnTo>
                    <a:pt x="593432" y="2133600"/>
                  </a:lnTo>
                  <a:lnTo>
                    <a:pt x="650582" y="2133600"/>
                  </a:lnTo>
                  <a:lnTo>
                    <a:pt x="650582" y="2114550"/>
                  </a:lnTo>
                  <a:close/>
                </a:path>
                <a:path h="2133600" w="5524500">
                  <a:moveTo>
                    <a:pt x="703783" y="0"/>
                  </a:moveTo>
                  <a:lnTo>
                    <a:pt x="646633" y="0"/>
                  </a:lnTo>
                  <a:lnTo>
                    <a:pt x="646633" y="19050"/>
                  </a:lnTo>
                  <a:lnTo>
                    <a:pt x="703783" y="19050"/>
                  </a:lnTo>
                  <a:lnTo>
                    <a:pt x="703783" y="0"/>
                  </a:lnTo>
                  <a:close/>
                </a:path>
                <a:path h="2133600" w="5524500">
                  <a:moveTo>
                    <a:pt x="745655" y="2114550"/>
                  </a:moveTo>
                  <a:lnTo>
                    <a:pt x="688505" y="2114550"/>
                  </a:lnTo>
                  <a:lnTo>
                    <a:pt x="688505" y="2133600"/>
                  </a:lnTo>
                  <a:lnTo>
                    <a:pt x="745655" y="2133600"/>
                  </a:lnTo>
                  <a:lnTo>
                    <a:pt x="745655" y="2114550"/>
                  </a:lnTo>
                  <a:close/>
                </a:path>
                <a:path h="2133600" w="5524500">
                  <a:moveTo>
                    <a:pt x="798842" y="0"/>
                  </a:moveTo>
                  <a:lnTo>
                    <a:pt x="741692" y="0"/>
                  </a:lnTo>
                  <a:lnTo>
                    <a:pt x="741692" y="19050"/>
                  </a:lnTo>
                  <a:lnTo>
                    <a:pt x="798842" y="19050"/>
                  </a:lnTo>
                  <a:lnTo>
                    <a:pt x="798842" y="0"/>
                  </a:lnTo>
                  <a:close/>
                </a:path>
                <a:path h="2133600" w="5524500">
                  <a:moveTo>
                    <a:pt x="840727" y="2114550"/>
                  </a:moveTo>
                  <a:lnTo>
                    <a:pt x="783577" y="2114550"/>
                  </a:lnTo>
                  <a:lnTo>
                    <a:pt x="783577" y="2133600"/>
                  </a:lnTo>
                  <a:lnTo>
                    <a:pt x="840727" y="2133600"/>
                  </a:lnTo>
                  <a:lnTo>
                    <a:pt x="840727" y="2114550"/>
                  </a:lnTo>
                  <a:close/>
                </a:path>
                <a:path h="2133600" w="5524500">
                  <a:moveTo>
                    <a:pt x="893914" y="0"/>
                  </a:moveTo>
                  <a:lnTo>
                    <a:pt x="836764" y="0"/>
                  </a:lnTo>
                  <a:lnTo>
                    <a:pt x="836764" y="19050"/>
                  </a:lnTo>
                  <a:lnTo>
                    <a:pt x="893914" y="19050"/>
                  </a:lnTo>
                  <a:lnTo>
                    <a:pt x="893914" y="0"/>
                  </a:lnTo>
                  <a:close/>
                </a:path>
                <a:path h="2133600" w="5524500">
                  <a:moveTo>
                    <a:pt x="935799" y="2114550"/>
                  </a:moveTo>
                  <a:lnTo>
                    <a:pt x="878649" y="2114550"/>
                  </a:lnTo>
                  <a:lnTo>
                    <a:pt x="878649" y="2133600"/>
                  </a:lnTo>
                  <a:lnTo>
                    <a:pt x="935799" y="2133600"/>
                  </a:lnTo>
                  <a:lnTo>
                    <a:pt x="935799" y="2114550"/>
                  </a:lnTo>
                  <a:close/>
                </a:path>
                <a:path h="2133600" w="5524500">
                  <a:moveTo>
                    <a:pt x="988987" y="0"/>
                  </a:moveTo>
                  <a:lnTo>
                    <a:pt x="931837" y="0"/>
                  </a:lnTo>
                  <a:lnTo>
                    <a:pt x="931837" y="19050"/>
                  </a:lnTo>
                  <a:lnTo>
                    <a:pt x="988987" y="19050"/>
                  </a:lnTo>
                  <a:lnTo>
                    <a:pt x="988987" y="0"/>
                  </a:lnTo>
                  <a:close/>
                </a:path>
                <a:path h="2133600" w="5524500">
                  <a:moveTo>
                    <a:pt x="1030859" y="2114550"/>
                  </a:moveTo>
                  <a:lnTo>
                    <a:pt x="973709" y="2114550"/>
                  </a:lnTo>
                  <a:lnTo>
                    <a:pt x="973709" y="2133600"/>
                  </a:lnTo>
                  <a:lnTo>
                    <a:pt x="1030859" y="2133600"/>
                  </a:lnTo>
                  <a:lnTo>
                    <a:pt x="1030859" y="2114550"/>
                  </a:lnTo>
                  <a:close/>
                </a:path>
                <a:path h="2133600" w="5524500">
                  <a:moveTo>
                    <a:pt x="1084059" y="0"/>
                  </a:moveTo>
                  <a:lnTo>
                    <a:pt x="1026909" y="0"/>
                  </a:lnTo>
                  <a:lnTo>
                    <a:pt x="1026909" y="19050"/>
                  </a:lnTo>
                  <a:lnTo>
                    <a:pt x="1084059" y="19050"/>
                  </a:lnTo>
                  <a:lnTo>
                    <a:pt x="1084059" y="0"/>
                  </a:lnTo>
                  <a:close/>
                </a:path>
                <a:path h="2133600" w="5524500">
                  <a:moveTo>
                    <a:pt x="1125931" y="2114550"/>
                  </a:moveTo>
                  <a:lnTo>
                    <a:pt x="1068781" y="2114550"/>
                  </a:lnTo>
                  <a:lnTo>
                    <a:pt x="1068781" y="2133600"/>
                  </a:lnTo>
                  <a:lnTo>
                    <a:pt x="1125931" y="2133600"/>
                  </a:lnTo>
                  <a:lnTo>
                    <a:pt x="1125931" y="2114550"/>
                  </a:lnTo>
                  <a:close/>
                </a:path>
                <a:path h="2133600" w="5524500">
                  <a:moveTo>
                    <a:pt x="1179131" y="0"/>
                  </a:moveTo>
                  <a:lnTo>
                    <a:pt x="1121981" y="0"/>
                  </a:lnTo>
                  <a:lnTo>
                    <a:pt x="1121981" y="19050"/>
                  </a:lnTo>
                  <a:lnTo>
                    <a:pt x="1179131" y="19050"/>
                  </a:lnTo>
                  <a:lnTo>
                    <a:pt x="1179131" y="0"/>
                  </a:lnTo>
                  <a:close/>
                </a:path>
                <a:path h="2133600" w="5524500">
                  <a:moveTo>
                    <a:pt x="1221003" y="2114550"/>
                  </a:moveTo>
                  <a:lnTo>
                    <a:pt x="1163853" y="2114550"/>
                  </a:lnTo>
                  <a:lnTo>
                    <a:pt x="1163853" y="2133600"/>
                  </a:lnTo>
                  <a:lnTo>
                    <a:pt x="1221003" y="2133600"/>
                  </a:lnTo>
                  <a:lnTo>
                    <a:pt x="1221003" y="2114550"/>
                  </a:lnTo>
                  <a:close/>
                </a:path>
                <a:path h="2133600" w="5524500">
                  <a:moveTo>
                    <a:pt x="1274203" y="0"/>
                  </a:moveTo>
                  <a:lnTo>
                    <a:pt x="1217053" y="0"/>
                  </a:lnTo>
                  <a:lnTo>
                    <a:pt x="1217053" y="19050"/>
                  </a:lnTo>
                  <a:lnTo>
                    <a:pt x="1274203" y="19050"/>
                  </a:lnTo>
                  <a:lnTo>
                    <a:pt x="1274203" y="0"/>
                  </a:lnTo>
                  <a:close/>
                </a:path>
                <a:path h="2133600" w="5524500">
                  <a:moveTo>
                    <a:pt x="1316075" y="2114550"/>
                  </a:moveTo>
                  <a:lnTo>
                    <a:pt x="1258925" y="2114550"/>
                  </a:lnTo>
                  <a:lnTo>
                    <a:pt x="1258925" y="2133600"/>
                  </a:lnTo>
                  <a:lnTo>
                    <a:pt x="1316075" y="2133600"/>
                  </a:lnTo>
                  <a:lnTo>
                    <a:pt x="1316075" y="2114550"/>
                  </a:lnTo>
                  <a:close/>
                </a:path>
                <a:path h="2133600" w="5524500">
                  <a:moveTo>
                    <a:pt x="1369263" y="0"/>
                  </a:moveTo>
                  <a:lnTo>
                    <a:pt x="1312113" y="0"/>
                  </a:lnTo>
                  <a:lnTo>
                    <a:pt x="1312113" y="19050"/>
                  </a:lnTo>
                  <a:lnTo>
                    <a:pt x="1369263" y="19050"/>
                  </a:lnTo>
                  <a:lnTo>
                    <a:pt x="1369263" y="0"/>
                  </a:lnTo>
                  <a:close/>
                </a:path>
                <a:path h="2133600" w="5524500">
                  <a:moveTo>
                    <a:pt x="1411147" y="2114550"/>
                  </a:moveTo>
                  <a:lnTo>
                    <a:pt x="1353997" y="2114550"/>
                  </a:lnTo>
                  <a:lnTo>
                    <a:pt x="1353997" y="2133600"/>
                  </a:lnTo>
                  <a:lnTo>
                    <a:pt x="1411147" y="2133600"/>
                  </a:lnTo>
                  <a:lnTo>
                    <a:pt x="1411147" y="2114550"/>
                  </a:lnTo>
                  <a:close/>
                </a:path>
                <a:path h="2133600" w="5524500">
                  <a:moveTo>
                    <a:pt x="1464335" y="0"/>
                  </a:moveTo>
                  <a:lnTo>
                    <a:pt x="1407185" y="0"/>
                  </a:lnTo>
                  <a:lnTo>
                    <a:pt x="1407185" y="19050"/>
                  </a:lnTo>
                  <a:lnTo>
                    <a:pt x="1464335" y="19050"/>
                  </a:lnTo>
                  <a:lnTo>
                    <a:pt x="1464335" y="0"/>
                  </a:lnTo>
                  <a:close/>
                </a:path>
                <a:path h="2133600" w="5524500">
                  <a:moveTo>
                    <a:pt x="1506220" y="2114550"/>
                  </a:moveTo>
                  <a:lnTo>
                    <a:pt x="1449070" y="2114550"/>
                  </a:lnTo>
                  <a:lnTo>
                    <a:pt x="1449070" y="2133600"/>
                  </a:lnTo>
                  <a:lnTo>
                    <a:pt x="1506220" y="2133600"/>
                  </a:lnTo>
                  <a:lnTo>
                    <a:pt x="1506220" y="2114550"/>
                  </a:lnTo>
                  <a:close/>
                </a:path>
                <a:path h="2133600" w="5524500">
                  <a:moveTo>
                    <a:pt x="1559407" y="0"/>
                  </a:moveTo>
                  <a:lnTo>
                    <a:pt x="1502257" y="0"/>
                  </a:lnTo>
                  <a:lnTo>
                    <a:pt x="1502257" y="19050"/>
                  </a:lnTo>
                  <a:lnTo>
                    <a:pt x="1559407" y="19050"/>
                  </a:lnTo>
                  <a:lnTo>
                    <a:pt x="1559407" y="0"/>
                  </a:lnTo>
                  <a:close/>
                </a:path>
                <a:path h="2133600" w="5524500">
                  <a:moveTo>
                    <a:pt x="1601292" y="2114550"/>
                  </a:moveTo>
                  <a:lnTo>
                    <a:pt x="1544142" y="2114550"/>
                  </a:lnTo>
                  <a:lnTo>
                    <a:pt x="1544142" y="2133600"/>
                  </a:lnTo>
                  <a:lnTo>
                    <a:pt x="1601292" y="2133600"/>
                  </a:lnTo>
                  <a:lnTo>
                    <a:pt x="1601292" y="2114550"/>
                  </a:lnTo>
                  <a:close/>
                </a:path>
                <a:path h="2133600" w="5524500">
                  <a:moveTo>
                    <a:pt x="1654479" y="0"/>
                  </a:moveTo>
                  <a:lnTo>
                    <a:pt x="1597329" y="0"/>
                  </a:lnTo>
                  <a:lnTo>
                    <a:pt x="1597329" y="19050"/>
                  </a:lnTo>
                  <a:lnTo>
                    <a:pt x="1654479" y="19050"/>
                  </a:lnTo>
                  <a:lnTo>
                    <a:pt x="1654479" y="0"/>
                  </a:lnTo>
                  <a:close/>
                </a:path>
                <a:path h="2133600" w="5524500">
                  <a:moveTo>
                    <a:pt x="1696351" y="2114550"/>
                  </a:moveTo>
                  <a:lnTo>
                    <a:pt x="1639201" y="2114550"/>
                  </a:lnTo>
                  <a:lnTo>
                    <a:pt x="1639201" y="2133600"/>
                  </a:lnTo>
                  <a:lnTo>
                    <a:pt x="1696351" y="2133600"/>
                  </a:lnTo>
                  <a:lnTo>
                    <a:pt x="1696351" y="2114550"/>
                  </a:lnTo>
                  <a:close/>
                </a:path>
                <a:path h="2133600" w="5524500">
                  <a:moveTo>
                    <a:pt x="1749552" y="0"/>
                  </a:moveTo>
                  <a:lnTo>
                    <a:pt x="1692402" y="0"/>
                  </a:lnTo>
                  <a:lnTo>
                    <a:pt x="1692402" y="19050"/>
                  </a:lnTo>
                  <a:lnTo>
                    <a:pt x="1749552" y="19050"/>
                  </a:lnTo>
                  <a:lnTo>
                    <a:pt x="1749552" y="0"/>
                  </a:lnTo>
                  <a:close/>
                </a:path>
                <a:path h="2133600" w="5524500">
                  <a:moveTo>
                    <a:pt x="1791423" y="2114550"/>
                  </a:moveTo>
                  <a:lnTo>
                    <a:pt x="1734273" y="2114550"/>
                  </a:lnTo>
                  <a:lnTo>
                    <a:pt x="1734273" y="2133600"/>
                  </a:lnTo>
                  <a:lnTo>
                    <a:pt x="1791423" y="2133600"/>
                  </a:lnTo>
                  <a:lnTo>
                    <a:pt x="1791423" y="2114550"/>
                  </a:lnTo>
                  <a:close/>
                </a:path>
                <a:path h="2133600" w="5524500">
                  <a:moveTo>
                    <a:pt x="1844624" y="0"/>
                  </a:moveTo>
                  <a:lnTo>
                    <a:pt x="1787474" y="0"/>
                  </a:lnTo>
                  <a:lnTo>
                    <a:pt x="1787474" y="19050"/>
                  </a:lnTo>
                  <a:lnTo>
                    <a:pt x="1844624" y="19050"/>
                  </a:lnTo>
                  <a:lnTo>
                    <a:pt x="1844624" y="0"/>
                  </a:lnTo>
                  <a:close/>
                </a:path>
                <a:path h="2133600" w="5524500">
                  <a:moveTo>
                    <a:pt x="1886496" y="2114550"/>
                  </a:moveTo>
                  <a:lnTo>
                    <a:pt x="1829346" y="2114550"/>
                  </a:lnTo>
                  <a:lnTo>
                    <a:pt x="1829346" y="2133600"/>
                  </a:lnTo>
                  <a:lnTo>
                    <a:pt x="1886496" y="2133600"/>
                  </a:lnTo>
                  <a:lnTo>
                    <a:pt x="1886496" y="2114550"/>
                  </a:lnTo>
                  <a:close/>
                </a:path>
                <a:path h="2133600" w="5524500">
                  <a:moveTo>
                    <a:pt x="1939696" y="0"/>
                  </a:moveTo>
                  <a:lnTo>
                    <a:pt x="1882546" y="0"/>
                  </a:lnTo>
                  <a:lnTo>
                    <a:pt x="1882546" y="19050"/>
                  </a:lnTo>
                  <a:lnTo>
                    <a:pt x="1939696" y="19050"/>
                  </a:lnTo>
                  <a:lnTo>
                    <a:pt x="1939696" y="0"/>
                  </a:lnTo>
                  <a:close/>
                </a:path>
                <a:path h="2133600" w="5524500">
                  <a:moveTo>
                    <a:pt x="1981568" y="2114550"/>
                  </a:moveTo>
                  <a:lnTo>
                    <a:pt x="1924418" y="2114550"/>
                  </a:lnTo>
                  <a:lnTo>
                    <a:pt x="1924418" y="2133600"/>
                  </a:lnTo>
                  <a:lnTo>
                    <a:pt x="1981568" y="2133600"/>
                  </a:lnTo>
                  <a:lnTo>
                    <a:pt x="1981568" y="2114550"/>
                  </a:lnTo>
                  <a:close/>
                </a:path>
                <a:path h="2133600" w="5524500">
                  <a:moveTo>
                    <a:pt x="2034755" y="0"/>
                  </a:moveTo>
                  <a:lnTo>
                    <a:pt x="1977605" y="0"/>
                  </a:lnTo>
                  <a:lnTo>
                    <a:pt x="1977605" y="19050"/>
                  </a:lnTo>
                  <a:lnTo>
                    <a:pt x="2034755" y="19050"/>
                  </a:lnTo>
                  <a:lnTo>
                    <a:pt x="2034755" y="0"/>
                  </a:lnTo>
                  <a:close/>
                </a:path>
                <a:path h="2133600" w="5524500">
                  <a:moveTo>
                    <a:pt x="2076640" y="2114550"/>
                  </a:moveTo>
                  <a:lnTo>
                    <a:pt x="2019490" y="2114550"/>
                  </a:lnTo>
                  <a:lnTo>
                    <a:pt x="2019490" y="2133600"/>
                  </a:lnTo>
                  <a:lnTo>
                    <a:pt x="2076640" y="2133600"/>
                  </a:lnTo>
                  <a:lnTo>
                    <a:pt x="2076640" y="2114550"/>
                  </a:lnTo>
                  <a:close/>
                </a:path>
                <a:path h="2133600" w="5524500">
                  <a:moveTo>
                    <a:pt x="2129828" y="0"/>
                  </a:moveTo>
                  <a:lnTo>
                    <a:pt x="2072678" y="0"/>
                  </a:lnTo>
                  <a:lnTo>
                    <a:pt x="2072678" y="19050"/>
                  </a:lnTo>
                  <a:lnTo>
                    <a:pt x="2129828" y="19050"/>
                  </a:lnTo>
                  <a:lnTo>
                    <a:pt x="2129828" y="0"/>
                  </a:lnTo>
                  <a:close/>
                </a:path>
                <a:path h="2133600" w="5524500">
                  <a:moveTo>
                    <a:pt x="2171712" y="2114550"/>
                  </a:moveTo>
                  <a:lnTo>
                    <a:pt x="2114562" y="2114550"/>
                  </a:lnTo>
                  <a:lnTo>
                    <a:pt x="2114562" y="2133600"/>
                  </a:lnTo>
                  <a:lnTo>
                    <a:pt x="2171712" y="2133600"/>
                  </a:lnTo>
                  <a:lnTo>
                    <a:pt x="2171712" y="2114550"/>
                  </a:lnTo>
                  <a:close/>
                </a:path>
                <a:path h="2133600" w="5524500">
                  <a:moveTo>
                    <a:pt x="2224900" y="0"/>
                  </a:moveTo>
                  <a:lnTo>
                    <a:pt x="2167750" y="0"/>
                  </a:lnTo>
                  <a:lnTo>
                    <a:pt x="2167750" y="19050"/>
                  </a:lnTo>
                  <a:lnTo>
                    <a:pt x="2224900" y="19050"/>
                  </a:lnTo>
                  <a:lnTo>
                    <a:pt x="2224900" y="0"/>
                  </a:lnTo>
                  <a:close/>
                </a:path>
                <a:path h="2133600" w="5524500">
                  <a:moveTo>
                    <a:pt x="2266785" y="2114550"/>
                  </a:moveTo>
                  <a:lnTo>
                    <a:pt x="2209635" y="2114550"/>
                  </a:lnTo>
                  <a:lnTo>
                    <a:pt x="2209635" y="2133600"/>
                  </a:lnTo>
                  <a:lnTo>
                    <a:pt x="2266785" y="2133600"/>
                  </a:lnTo>
                  <a:lnTo>
                    <a:pt x="2266785" y="2114550"/>
                  </a:lnTo>
                  <a:close/>
                </a:path>
                <a:path h="2133600" w="5524500">
                  <a:moveTo>
                    <a:pt x="2319972" y="0"/>
                  </a:moveTo>
                  <a:lnTo>
                    <a:pt x="2262822" y="0"/>
                  </a:lnTo>
                  <a:lnTo>
                    <a:pt x="2262822" y="19050"/>
                  </a:lnTo>
                  <a:lnTo>
                    <a:pt x="2319972" y="19050"/>
                  </a:lnTo>
                  <a:lnTo>
                    <a:pt x="2319972" y="0"/>
                  </a:lnTo>
                  <a:close/>
                </a:path>
                <a:path h="2133600" w="5524500">
                  <a:moveTo>
                    <a:pt x="2361844" y="2114550"/>
                  </a:moveTo>
                  <a:lnTo>
                    <a:pt x="2304694" y="2114550"/>
                  </a:lnTo>
                  <a:lnTo>
                    <a:pt x="2304694" y="2133600"/>
                  </a:lnTo>
                  <a:lnTo>
                    <a:pt x="2361844" y="2133600"/>
                  </a:lnTo>
                  <a:lnTo>
                    <a:pt x="2361844" y="2114550"/>
                  </a:lnTo>
                  <a:close/>
                </a:path>
                <a:path h="2133600" w="5524500">
                  <a:moveTo>
                    <a:pt x="2415044" y="0"/>
                  </a:moveTo>
                  <a:lnTo>
                    <a:pt x="2357894" y="0"/>
                  </a:lnTo>
                  <a:lnTo>
                    <a:pt x="2357894" y="19050"/>
                  </a:lnTo>
                  <a:lnTo>
                    <a:pt x="2415044" y="19050"/>
                  </a:lnTo>
                  <a:lnTo>
                    <a:pt x="2415044" y="0"/>
                  </a:lnTo>
                  <a:close/>
                </a:path>
                <a:path h="2133600" w="5524500">
                  <a:moveTo>
                    <a:pt x="2456916" y="2114550"/>
                  </a:moveTo>
                  <a:lnTo>
                    <a:pt x="2399766" y="2114550"/>
                  </a:lnTo>
                  <a:lnTo>
                    <a:pt x="2399766" y="2133600"/>
                  </a:lnTo>
                  <a:lnTo>
                    <a:pt x="2456916" y="2133600"/>
                  </a:lnTo>
                  <a:lnTo>
                    <a:pt x="2456916" y="2114550"/>
                  </a:lnTo>
                  <a:close/>
                </a:path>
                <a:path h="2133600" w="5524500">
                  <a:moveTo>
                    <a:pt x="2510117" y="0"/>
                  </a:moveTo>
                  <a:lnTo>
                    <a:pt x="2452967" y="0"/>
                  </a:lnTo>
                  <a:lnTo>
                    <a:pt x="2452967" y="19050"/>
                  </a:lnTo>
                  <a:lnTo>
                    <a:pt x="2510117" y="19050"/>
                  </a:lnTo>
                  <a:lnTo>
                    <a:pt x="2510117" y="0"/>
                  </a:lnTo>
                  <a:close/>
                </a:path>
                <a:path h="2133600" w="5524500">
                  <a:moveTo>
                    <a:pt x="2551988" y="2114550"/>
                  </a:moveTo>
                  <a:lnTo>
                    <a:pt x="2494838" y="2114550"/>
                  </a:lnTo>
                  <a:lnTo>
                    <a:pt x="2494838" y="2133600"/>
                  </a:lnTo>
                  <a:lnTo>
                    <a:pt x="2551988" y="2133600"/>
                  </a:lnTo>
                  <a:lnTo>
                    <a:pt x="2551988" y="2114550"/>
                  </a:lnTo>
                  <a:close/>
                </a:path>
                <a:path h="2133600" w="5524500">
                  <a:moveTo>
                    <a:pt x="2605176" y="0"/>
                  </a:moveTo>
                  <a:lnTo>
                    <a:pt x="2548026" y="0"/>
                  </a:lnTo>
                  <a:lnTo>
                    <a:pt x="2548026" y="19050"/>
                  </a:lnTo>
                  <a:lnTo>
                    <a:pt x="2605176" y="19050"/>
                  </a:lnTo>
                  <a:lnTo>
                    <a:pt x="2605176" y="0"/>
                  </a:lnTo>
                  <a:close/>
                </a:path>
                <a:path h="2133600" w="5524500">
                  <a:moveTo>
                    <a:pt x="2647061" y="2114550"/>
                  </a:moveTo>
                  <a:lnTo>
                    <a:pt x="2589911" y="2114550"/>
                  </a:lnTo>
                  <a:lnTo>
                    <a:pt x="2589911" y="2133600"/>
                  </a:lnTo>
                  <a:lnTo>
                    <a:pt x="2647061" y="2133600"/>
                  </a:lnTo>
                  <a:lnTo>
                    <a:pt x="2647061" y="2114550"/>
                  </a:lnTo>
                  <a:close/>
                </a:path>
                <a:path h="2133600" w="5524500">
                  <a:moveTo>
                    <a:pt x="2700248" y="0"/>
                  </a:moveTo>
                  <a:lnTo>
                    <a:pt x="2643098" y="0"/>
                  </a:lnTo>
                  <a:lnTo>
                    <a:pt x="2643098" y="19050"/>
                  </a:lnTo>
                  <a:lnTo>
                    <a:pt x="2700248" y="19050"/>
                  </a:lnTo>
                  <a:lnTo>
                    <a:pt x="2700248" y="0"/>
                  </a:lnTo>
                  <a:close/>
                </a:path>
                <a:path h="2133600" w="5524500">
                  <a:moveTo>
                    <a:pt x="2742133" y="2114550"/>
                  </a:moveTo>
                  <a:lnTo>
                    <a:pt x="2684983" y="2114550"/>
                  </a:lnTo>
                  <a:lnTo>
                    <a:pt x="2684983" y="2133600"/>
                  </a:lnTo>
                  <a:lnTo>
                    <a:pt x="2742133" y="2133600"/>
                  </a:lnTo>
                  <a:lnTo>
                    <a:pt x="2742133" y="2114550"/>
                  </a:lnTo>
                  <a:close/>
                </a:path>
                <a:path h="2133600" w="5524500">
                  <a:moveTo>
                    <a:pt x="2795320" y="0"/>
                  </a:moveTo>
                  <a:lnTo>
                    <a:pt x="2738170" y="0"/>
                  </a:lnTo>
                  <a:lnTo>
                    <a:pt x="2738170" y="19050"/>
                  </a:lnTo>
                  <a:lnTo>
                    <a:pt x="2795320" y="19050"/>
                  </a:lnTo>
                  <a:lnTo>
                    <a:pt x="2795320" y="0"/>
                  </a:lnTo>
                  <a:close/>
                </a:path>
                <a:path h="2133600" w="5524500">
                  <a:moveTo>
                    <a:pt x="2837205" y="2114550"/>
                  </a:moveTo>
                  <a:lnTo>
                    <a:pt x="2780055" y="2114550"/>
                  </a:lnTo>
                  <a:lnTo>
                    <a:pt x="2780055" y="2133600"/>
                  </a:lnTo>
                  <a:lnTo>
                    <a:pt x="2837205" y="2133600"/>
                  </a:lnTo>
                  <a:lnTo>
                    <a:pt x="2837205" y="2114550"/>
                  </a:lnTo>
                  <a:close/>
                </a:path>
                <a:path h="2133600" w="5524500">
                  <a:moveTo>
                    <a:pt x="2890393" y="0"/>
                  </a:moveTo>
                  <a:lnTo>
                    <a:pt x="2833243" y="0"/>
                  </a:lnTo>
                  <a:lnTo>
                    <a:pt x="2833243" y="19050"/>
                  </a:lnTo>
                  <a:lnTo>
                    <a:pt x="2890393" y="19050"/>
                  </a:lnTo>
                  <a:lnTo>
                    <a:pt x="2890393" y="0"/>
                  </a:lnTo>
                  <a:close/>
                </a:path>
                <a:path h="2133600" w="5524500">
                  <a:moveTo>
                    <a:pt x="2932265" y="2114550"/>
                  </a:moveTo>
                  <a:lnTo>
                    <a:pt x="2875115" y="2114550"/>
                  </a:lnTo>
                  <a:lnTo>
                    <a:pt x="2875115" y="2133600"/>
                  </a:lnTo>
                  <a:lnTo>
                    <a:pt x="2932265" y="2133600"/>
                  </a:lnTo>
                  <a:lnTo>
                    <a:pt x="2932265" y="2114550"/>
                  </a:lnTo>
                  <a:close/>
                </a:path>
                <a:path h="2133600" w="5524500">
                  <a:moveTo>
                    <a:pt x="2985465" y="0"/>
                  </a:moveTo>
                  <a:lnTo>
                    <a:pt x="2928315" y="0"/>
                  </a:lnTo>
                  <a:lnTo>
                    <a:pt x="2928315" y="19050"/>
                  </a:lnTo>
                  <a:lnTo>
                    <a:pt x="2985465" y="19050"/>
                  </a:lnTo>
                  <a:lnTo>
                    <a:pt x="2985465" y="0"/>
                  </a:lnTo>
                  <a:close/>
                </a:path>
                <a:path h="2133600" w="5524500">
                  <a:moveTo>
                    <a:pt x="3027337" y="2114550"/>
                  </a:moveTo>
                  <a:lnTo>
                    <a:pt x="2970187" y="2114550"/>
                  </a:lnTo>
                  <a:lnTo>
                    <a:pt x="2970187" y="2133600"/>
                  </a:lnTo>
                  <a:lnTo>
                    <a:pt x="3027337" y="2133600"/>
                  </a:lnTo>
                  <a:lnTo>
                    <a:pt x="3027337" y="2114550"/>
                  </a:lnTo>
                  <a:close/>
                </a:path>
                <a:path h="2133600" w="5524500">
                  <a:moveTo>
                    <a:pt x="3080537" y="0"/>
                  </a:moveTo>
                  <a:lnTo>
                    <a:pt x="3023387" y="0"/>
                  </a:lnTo>
                  <a:lnTo>
                    <a:pt x="3023387" y="19050"/>
                  </a:lnTo>
                  <a:lnTo>
                    <a:pt x="3080537" y="19050"/>
                  </a:lnTo>
                  <a:lnTo>
                    <a:pt x="3080537" y="0"/>
                  </a:lnTo>
                  <a:close/>
                </a:path>
                <a:path h="2133600" w="5524500">
                  <a:moveTo>
                    <a:pt x="3122409" y="2114550"/>
                  </a:moveTo>
                  <a:lnTo>
                    <a:pt x="3065259" y="2114550"/>
                  </a:lnTo>
                  <a:lnTo>
                    <a:pt x="3065259" y="2133600"/>
                  </a:lnTo>
                  <a:lnTo>
                    <a:pt x="3122409" y="2133600"/>
                  </a:lnTo>
                  <a:lnTo>
                    <a:pt x="3122409" y="2114550"/>
                  </a:lnTo>
                  <a:close/>
                </a:path>
                <a:path h="2133600" w="5524500">
                  <a:moveTo>
                    <a:pt x="3175609" y="0"/>
                  </a:moveTo>
                  <a:lnTo>
                    <a:pt x="3118459" y="0"/>
                  </a:lnTo>
                  <a:lnTo>
                    <a:pt x="3118459" y="19050"/>
                  </a:lnTo>
                  <a:lnTo>
                    <a:pt x="3175609" y="19050"/>
                  </a:lnTo>
                  <a:lnTo>
                    <a:pt x="3175609" y="0"/>
                  </a:lnTo>
                  <a:close/>
                </a:path>
                <a:path h="2133600" w="5524500">
                  <a:moveTo>
                    <a:pt x="3217481" y="2114550"/>
                  </a:moveTo>
                  <a:lnTo>
                    <a:pt x="3160331" y="2114550"/>
                  </a:lnTo>
                  <a:lnTo>
                    <a:pt x="3160331" y="2133600"/>
                  </a:lnTo>
                  <a:lnTo>
                    <a:pt x="3217481" y="2133600"/>
                  </a:lnTo>
                  <a:lnTo>
                    <a:pt x="3217481" y="2114550"/>
                  </a:lnTo>
                  <a:close/>
                </a:path>
                <a:path h="2133600" w="5524500">
                  <a:moveTo>
                    <a:pt x="3270669" y="0"/>
                  </a:moveTo>
                  <a:lnTo>
                    <a:pt x="3213519" y="0"/>
                  </a:lnTo>
                  <a:lnTo>
                    <a:pt x="3213519" y="19050"/>
                  </a:lnTo>
                  <a:lnTo>
                    <a:pt x="3270669" y="19050"/>
                  </a:lnTo>
                  <a:lnTo>
                    <a:pt x="3270669" y="0"/>
                  </a:lnTo>
                  <a:close/>
                </a:path>
                <a:path h="2133600" w="5524500">
                  <a:moveTo>
                    <a:pt x="3312553" y="2114550"/>
                  </a:moveTo>
                  <a:lnTo>
                    <a:pt x="3255403" y="2114550"/>
                  </a:lnTo>
                  <a:lnTo>
                    <a:pt x="3255403" y="2133600"/>
                  </a:lnTo>
                  <a:lnTo>
                    <a:pt x="3312553" y="2133600"/>
                  </a:lnTo>
                  <a:lnTo>
                    <a:pt x="3312553" y="2114550"/>
                  </a:lnTo>
                  <a:close/>
                </a:path>
                <a:path h="2133600" w="5524500">
                  <a:moveTo>
                    <a:pt x="3365741" y="0"/>
                  </a:moveTo>
                  <a:lnTo>
                    <a:pt x="3308591" y="0"/>
                  </a:lnTo>
                  <a:lnTo>
                    <a:pt x="3308591" y="19050"/>
                  </a:lnTo>
                  <a:lnTo>
                    <a:pt x="3365741" y="19050"/>
                  </a:lnTo>
                  <a:lnTo>
                    <a:pt x="3365741" y="0"/>
                  </a:lnTo>
                  <a:close/>
                </a:path>
                <a:path h="2133600" w="5524500">
                  <a:moveTo>
                    <a:pt x="3407626" y="2114550"/>
                  </a:moveTo>
                  <a:lnTo>
                    <a:pt x="3350476" y="2114550"/>
                  </a:lnTo>
                  <a:lnTo>
                    <a:pt x="3350476" y="2133600"/>
                  </a:lnTo>
                  <a:lnTo>
                    <a:pt x="3407626" y="2133600"/>
                  </a:lnTo>
                  <a:lnTo>
                    <a:pt x="3407626" y="2114550"/>
                  </a:lnTo>
                  <a:close/>
                </a:path>
                <a:path h="2133600" w="5524500">
                  <a:moveTo>
                    <a:pt x="3460813" y="0"/>
                  </a:moveTo>
                  <a:lnTo>
                    <a:pt x="3403663" y="0"/>
                  </a:lnTo>
                  <a:lnTo>
                    <a:pt x="3403663" y="19050"/>
                  </a:lnTo>
                  <a:lnTo>
                    <a:pt x="3460813" y="19050"/>
                  </a:lnTo>
                  <a:lnTo>
                    <a:pt x="3460813" y="0"/>
                  </a:lnTo>
                  <a:close/>
                </a:path>
                <a:path h="2133600" w="5524500">
                  <a:moveTo>
                    <a:pt x="3502698" y="2114550"/>
                  </a:moveTo>
                  <a:lnTo>
                    <a:pt x="3445548" y="2114550"/>
                  </a:lnTo>
                  <a:lnTo>
                    <a:pt x="3445548" y="2133600"/>
                  </a:lnTo>
                  <a:lnTo>
                    <a:pt x="3502698" y="2133600"/>
                  </a:lnTo>
                  <a:lnTo>
                    <a:pt x="3502698" y="2114550"/>
                  </a:lnTo>
                  <a:close/>
                </a:path>
                <a:path h="2133600" w="5524500">
                  <a:moveTo>
                    <a:pt x="3555885" y="0"/>
                  </a:moveTo>
                  <a:lnTo>
                    <a:pt x="3498735" y="0"/>
                  </a:lnTo>
                  <a:lnTo>
                    <a:pt x="3498735" y="19050"/>
                  </a:lnTo>
                  <a:lnTo>
                    <a:pt x="3555885" y="19050"/>
                  </a:lnTo>
                  <a:lnTo>
                    <a:pt x="3555885" y="0"/>
                  </a:lnTo>
                  <a:close/>
                </a:path>
                <a:path h="2133600" w="5524500">
                  <a:moveTo>
                    <a:pt x="3597757" y="2114550"/>
                  </a:moveTo>
                  <a:lnTo>
                    <a:pt x="3540607" y="2114550"/>
                  </a:lnTo>
                  <a:lnTo>
                    <a:pt x="3540607" y="2133600"/>
                  </a:lnTo>
                  <a:lnTo>
                    <a:pt x="3597757" y="2133600"/>
                  </a:lnTo>
                  <a:lnTo>
                    <a:pt x="3597757" y="2114550"/>
                  </a:lnTo>
                  <a:close/>
                </a:path>
                <a:path h="2133600" w="5524500">
                  <a:moveTo>
                    <a:pt x="3650958" y="0"/>
                  </a:moveTo>
                  <a:lnTo>
                    <a:pt x="3593808" y="0"/>
                  </a:lnTo>
                  <a:lnTo>
                    <a:pt x="3593808" y="19050"/>
                  </a:lnTo>
                  <a:lnTo>
                    <a:pt x="3650958" y="19050"/>
                  </a:lnTo>
                  <a:lnTo>
                    <a:pt x="3650958" y="0"/>
                  </a:lnTo>
                  <a:close/>
                </a:path>
                <a:path h="2133600" w="5524500">
                  <a:moveTo>
                    <a:pt x="3692829" y="2114550"/>
                  </a:moveTo>
                  <a:lnTo>
                    <a:pt x="3635679" y="2114550"/>
                  </a:lnTo>
                  <a:lnTo>
                    <a:pt x="3635679" y="2133600"/>
                  </a:lnTo>
                  <a:lnTo>
                    <a:pt x="3692829" y="2133600"/>
                  </a:lnTo>
                  <a:lnTo>
                    <a:pt x="3692829" y="2114550"/>
                  </a:lnTo>
                  <a:close/>
                </a:path>
                <a:path h="2133600" w="5524500">
                  <a:moveTo>
                    <a:pt x="3746030" y="0"/>
                  </a:moveTo>
                  <a:lnTo>
                    <a:pt x="3688880" y="0"/>
                  </a:lnTo>
                  <a:lnTo>
                    <a:pt x="3688880" y="19050"/>
                  </a:lnTo>
                  <a:lnTo>
                    <a:pt x="3746030" y="19050"/>
                  </a:lnTo>
                  <a:lnTo>
                    <a:pt x="3746030" y="0"/>
                  </a:lnTo>
                  <a:close/>
                </a:path>
                <a:path h="2133600" w="5524500">
                  <a:moveTo>
                    <a:pt x="3787902" y="2114550"/>
                  </a:moveTo>
                  <a:lnTo>
                    <a:pt x="3730752" y="2114550"/>
                  </a:lnTo>
                  <a:lnTo>
                    <a:pt x="3730752" y="2133600"/>
                  </a:lnTo>
                  <a:lnTo>
                    <a:pt x="3787902" y="2133600"/>
                  </a:lnTo>
                  <a:lnTo>
                    <a:pt x="3787902" y="2114550"/>
                  </a:lnTo>
                  <a:close/>
                </a:path>
                <a:path h="2133600" w="5524500">
                  <a:moveTo>
                    <a:pt x="3841102" y="0"/>
                  </a:moveTo>
                  <a:lnTo>
                    <a:pt x="3783952" y="0"/>
                  </a:lnTo>
                  <a:lnTo>
                    <a:pt x="3783952" y="19050"/>
                  </a:lnTo>
                  <a:lnTo>
                    <a:pt x="3841102" y="19050"/>
                  </a:lnTo>
                  <a:lnTo>
                    <a:pt x="3841102" y="0"/>
                  </a:lnTo>
                  <a:close/>
                </a:path>
                <a:path h="2133600" w="5524500">
                  <a:moveTo>
                    <a:pt x="3882974" y="2114550"/>
                  </a:moveTo>
                  <a:lnTo>
                    <a:pt x="3825824" y="2114550"/>
                  </a:lnTo>
                  <a:lnTo>
                    <a:pt x="3825824" y="2133600"/>
                  </a:lnTo>
                  <a:lnTo>
                    <a:pt x="3882974" y="2133600"/>
                  </a:lnTo>
                  <a:lnTo>
                    <a:pt x="3882974" y="2114550"/>
                  </a:lnTo>
                  <a:close/>
                </a:path>
                <a:path h="2133600" w="5524500">
                  <a:moveTo>
                    <a:pt x="3936161" y="0"/>
                  </a:moveTo>
                  <a:lnTo>
                    <a:pt x="3879011" y="0"/>
                  </a:lnTo>
                  <a:lnTo>
                    <a:pt x="3879011" y="19050"/>
                  </a:lnTo>
                  <a:lnTo>
                    <a:pt x="3936161" y="19050"/>
                  </a:lnTo>
                  <a:lnTo>
                    <a:pt x="3936161" y="0"/>
                  </a:lnTo>
                  <a:close/>
                </a:path>
                <a:path h="2133600" w="5524500">
                  <a:moveTo>
                    <a:pt x="3978046" y="2114550"/>
                  </a:moveTo>
                  <a:lnTo>
                    <a:pt x="3920896" y="2114550"/>
                  </a:lnTo>
                  <a:lnTo>
                    <a:pt x="3920896" y="2133600"/>
                  </a:lnTo>
                  <a:lnTo>
                    <a:pt x="3978046" y="2133600"/>
                  </a:lnTo>
                  <a:lnTo>
                    <a:pt x="3978046" y="2114550"/>
                  </a:lnTo>
                  <a:close/>
                </a:path>
                <a:path h="2133600" w="5524500">
                  <a:moveTo>
                    <a:pt x="4031234" y="0"/>
                  </a:moveTo>
                  <a:lnTo>
                    <a:pt x="3974084" y="0"/>
                  </a:lnTo>
                  <a:lnTo>
                    <a:pt x="3974084" y="19050"/>
                  </a:lnTo>
                  <a:lnTo>
                    <a:pt x="4031234" y="19050"/>
                  </a:lnTo>
                  <a:lnTo>
                    <a:pt x="4031234" y="0"/>
                  </a:lnTo>
                  <a:close/>
                </a:path>
                <a:path h="2133600" w="5524500">
                  <a:moveTo>
                    <a:pt x="4073118" y="2114550"/>
                  </a:moveTo>
                  <a:lnTo>
                    <a:pt x="4015968" y="2114550"/>
                  </a:lnTo>
                  <a:lnTo>
                    <a:pt x="4015968" y="2133600"/>
                  </a:lnTo>
                  <a:lnTo>
                    <a:pt x="4073118" y="2133600"/>
                  </a:lnTo>
                  <a:lnTo>
                    <a:pt x="4073118" y="2114550"/>
                  </a:lnTo>
                  <a:close/>
                </a:path>
                <a:path h="2133600" w="5524500">
                  <a:moveTo>
                    <a:pt x="4126306" y="0"/>
                  </a:moveTo>
                  <a:lnTo>
                    <a:pt x="4069156" y="0"/>
                  </a:lnTo>
                  <a:lnTo>
                    <a:pt x="4069156" y="19050"/>
                  </a:lnTo>
                  <a:lnTo>
                    <a:pt x="4126306" y="19050"/>
                  </a:lnTo>
                  <a:lnTo>
                    <a:pt x="4126306" y="0"/>
                  </a:lnTo>
                  <a:close/>
                </a:path>
                <a:path h="2133600" w="5524500">
                  <a:moveTo>
                    <a:pt x="4168190" y="2114550"/>
                  </a:moveTo>
                  <a:lnTo>
                    <a:pt x="4111040" y="2114550"/>
                  </a:lnTo>
                  <a:lnTo>
                    <a:pt x="4111040" y="2133600"/>
                  </a:lnTo>
                  <a:lnTo>
                    <a:pt x="4168190" y="2133600"/>
                  </a:lnTo>
                  <a:lnTo>
                    <a:pt x="4168190" y="2114550"/>
                  </a:lnTo>
                  <a:close/>
                </a:path>
                <a:path h="2133600" w="5524500">
                  <a:moveTo>
                    <a:pt x="4221378" y="0"/>
                  </a:moveTo>
                  <a:lnTo>
                    <a:pt x="4164228" y="0"/>
                  </a:lnTo>
                  <a:lnTo>
                    <a:pt x="4164228" y="19050"/>
                  </a:lnTo>
                  <a:lnTo>
                    <a:pt x="4221378" y="19050"/>
                  </a:lnTo>
                  <a:lnTo>
                    <a:pt x="4221378" y="0"/>
                  </a:lnTo>
                  <a:close/>
                </a:path>
                <a:path h="2133600" w="5524500">
                  <a:moveTo>
                    <a:pt x="4263250" y="2114550"/>
                  </a:moveTo>
                  <a:lnTo>
                    <a:pt x="4206100" y="2114550"/>
                  </a:lnTo>
                  <a:lnTo>
                    <a:pt x="4206100" y="2133600"/>
                  </a:lnTo>
                  <a:lnTo>
                    <a:pt x="4263250" y="2133600"/>
                  </a:lnTo>
                  <a:lnTo>
                    <a:pt x="4263250" y="2114550"/>
                  </a:lnTo>
                  <a:close/>
                </a:path>
                <a:path h="2133600" w="5524500">
                  <a:moveTo>
                    <a:pt x="4316450" y="0"/>
                  </a:moveTo>
                  <a:lnTo>
                    <a:pt x="4259300" y="0"/>
                  </a:lnTo>
                  <a:lnTo>
                    <a:pt x="4259300" y="19050"/>
                  </a:lnTo>
                  <a:lnTo>
                    <a:pt x="4316450" y="19050"/>
                  </a:lnTo>
                  <a:lnTo>
                    <a:pt x="4316450" y="0"/>
                  </a:lnTo>
                  <a:close/>
                </a:path>
                <a:path h="2133600" w="5524500">
                  <a:moveTo>
                    <a:pt x="4358322" y="2114550"/>
                  </a:moveTo>
                  <a:lnTo>
                    <a:pt x="4301172" y="2114550"/>
                  </a:lnTo>
                  <a:lnTo>
                    <a:pt x="4301172" y="2133600"/>
                  </a:lnTo>
                  <a:lnTo>
                    <a:pt x="4358322" y="2133600"/>
                  </a:lnTo>
                  <a:lnTo>
                    <a:pt x="4358322" y="2114550"/>
                  </a:lnTo>
                  <a:close/>
                </a:path>
                <a:path h="2133600" w="5524500">
                  <a:moveTo>
                    <a:pt x="4411523" y="0"/>
                  </a:moveTo>
                  <a:lnTo>
                    <a:pt x="4354373" y="0"/>
                  </a:lnTo>
                  <a:lnTo>
                    <a:pt x="4354373" y="19050"/>
                  </a:lnTo>
                  <a:lnTo>
                    <a:pt x="4411523" y="19050"/>
                  </a:lnTo>
                  <a:lnTo>
                    <a:pt x="4411523" y="0"/>
                  </a:lnTo>
                  <a:close/>
                </a:path>
                <a:path h="2133600" w="5524500">
                  <a:moveTo>
                    <a:pt x="4453394" y="2114550"/>
                  </a:moveTo>
                  <a:lnTo>
                    <a:pt x="4396244" y="2114550"/>
                  </a:lnTo>
                  <a:lnTo>
                    <a:pt x="4396244" y="2133600"/>
                  </a:lnTo>
                  <a:lnTo>
                    <a:pt x="4453394" y="2133600"/>
                  </a:lnTo>
                  <a:lnTo>
                    <a:pt x="4453394" y="2114550"/>
                  </a:lnTo>
                  <a:close/>
                </a:path>
                <a:path h="2133600" w="5524500">
                  <a:moveTo>
                    <a:pt x="4506582" y="0"/>
                  </a:moveTo>
                  <a:lnTo>
                    <a:pt x="4449432" y="0"/>
                  </a:lnTo>
                  <a:lnTo>
                    <a:pt x="4449432" y="19050"/>
                  </a:lnTo>
                  <a:lnTo>
                    <a:pt x="4506582" y="19050"/>
                  </a:lnTo>
                  <a:lnTo>
                    <a:pt x="4506582" y="0"/>
                  </a:lnTo>
                  <a:close/>
                </a:path>
                <a:path h="2133600" w="5524500">
                  <a:moveTo>
                    <a:pt x="4548467" y="2114550"/>
                  </a:moveTo>
                  <a:lnTo>
                    <a:pt x="4491317" y="2114550"/>
                  </a:lnTo>
                  <a:lnTo>
                    <a:pt x="4491317" y="2133600"/>
                  </a:lnTo>
                  <a:lnTo>
                    <a:pt x="4548467" y="2133600"/>
                  </a:lnTo>
                  <a:lnTo>
                    <a:pt x="4548467" y="2114550"/>
                  </a:lnTo>
                  <a:close/>
                </a:path>
                <a:path h="2133600" w="5524500">
                  <a:moveTo>
                    <a:pt x="4601654" y="0"/>
                  </a:moveTo>
                  <a:lnTo>
                    <a:pt x="4544504" y="0"/>
                  </a:lnTo>
                  <a:lnTo>
                    <a:pt x="4544504" y="19050"/>
                  </a:lnTo>
                  <a:lnTo>
                    <a:pt x="4601654" y="19050"/>
                  </a:lnTo>
                  <a:lnTo>
                    <a:pt x="4601654" y="0"/>
                  </a:lnTo>
                  <a:close/>
                </a:path>
                <a:path h="2133600" w="5524500">
                  <a:moveTo>
                    <a:pt x="4643539" y="2114550"/>
                  </a:moveTo>
                  <a:lnTo>
                    <a:pt x="4586389" y="2114550"/>
                  </a:lnTo>
                  <a:lnTo>
                    <a:pt x="4586389" y="2133600"/>
                  </a:lnTo>
                  <a:lnTo>
                    <a:pt x="4643539" y="2133600"/>
                  </a:lnTo>
                  <a:lnTo>
                    <a:pt x="4643539" y="2114550"/>
                  </a:lnTo>
                  <a:close/>
                </a:path>
                <a:path h="2133600" w="5524500">
                  <a:moveTo>
                    <a:pt x="4696726" y="0"/>
                  </a:moveTo>
                  <a:lnTo>
                    <a:pt x="4639576" y="0"/>
                  </a:lnTo>
                  <a:lnTo>
                    <a:pt x="4639576" y="19050"/>
                  </a:lnTo>
                  <a:lnTo>
                    <a:pt x="4696726" y="19050"/>
                  </a:lnTo>
                  <a:lnTo>
                    <a:pt x="4696726" y="0"/>
                  </a:lnTo>
                  <a:close/>
                </a:path>
                <a:path h="2133600" w="5524500">
                  <a:moveTo>
                    <a:pt x="4738611" y="2114550"/>
                  </a:moveTo>
                  <a:lnTo>
                    <a:pt x="4681461" y="2114550"/>
                  </a:lnTo>
                  <a:lnTo>
                    <a:pt x="4681461" y="2133600"/>
                  </a:lnTo>
                  <a:lnTo>
                    <a:pt x="4738611" y="2133600"/>
                  </a:lnTo>
                  <a:lnTo>
                    <a:pt x="4738611" y="2114550"/>
                  </a:lnTo>
                  <a:close/>
                </a:path>
                <a:path h="2133600" w="5524500">
                  <a:moveTo>
                    <a:pt x="4791799" y="0"/>
                  </a:moveTo>
                  <a:lnTo>
                    <a:pt x="4734649" y="0"/>
                  </a:lnTo>
                  <a:lnTo>
                    <a:pt x="4734649" y="19050"/>
                  </a:lnTo>
                  <a:lnTo>
                    <a:pt x="4791799" y="19050"/>
                  </a:lnTo>
                  <a:lnTo>
                    <a:pt x="4791799" y="0"/>
                  </a:lnTo>
                  <a:close/>
                </a:path>
                <a:path h="2133600" w="5524500">
                  <a:moveTo>
                    <a:pt x="4833671" y="2114550"/>
                  </a:moveTo>
                  <a:lnTo>
                    <a:pt x="4776521" y="2114550"/>
                  </a:lnTo>
                  <a:lnTo>
                    <a:pt x="4776521" y="2133600"/>
                  </a:lnTo>
                  <a:lnTo>
                    <a:pt x="4833671" y="2133600"/>
                  </a:lnTo>
                  <a:lnTo>
                    <a:pt x="4833671" y="2114550"/>
                  </a:lnTo>
                  <a:close/>
                </a:path>
                <a:path h="2133600" w="5524500">
                  <a:moveTo>
                    <a:pt x="4886871" y="0"/>
                  </a:moveTo>
                  <a:lnTo>
                    <a:pt x="4829721" y="0"/>
                  </a:lnTo>
                  <a:lnTo>
                    <a:pt x="4829721" y="19050"/>
                  </a:lnTo>
                  <a:lnTo>
                    <a:pt x="4886871" y="19050"/>
                  </a:lnTo>
                  <a:lnTo>
                    <a:pt x="4886871" y="0"/>
                  </a:lnTo>
                  <a:close/>
                </a:path>
                <a:path h="2133600" w="5524500">
                  <a:moveTo>
                    <a:pt x="4928743" y="2114550"/>
                  </a:moveTo>
                  <a:lnTo>
                    <a:pt x="4871593" y="2114550"/>
                  </a:lnTo>
                  <a:lnTo>
                    <a:pt x="4871593" y="2133600"/>
                  </a:lnTo>
                  <a:lnTo>
                    <a:pt x="4928743" y="2133600"/>
                  </a:lnTo>
                  <a:lnTo>
                    <a:pt x="4928743" y="2114550"/>
                  </a:lnTo>
                  <a:close/>
                </a:path>
                <a:path h="2133600" w="5524500">
                  <a:moveTo>
                    <a:pt x="4981943" y="0"/>
                  </a:moveTo>
                  <a:lnTo>
                    <a:pt x="4924793" y="0"/>
                  </a:lnTo>
                  <a:lnTo>
                    <a:pt x="4924793" y="19050"/>
                  </a:lnTo>
                  <a:lnTo>
                    <a:pt x="4981943" y="19050"/>
                  </a:lnTo>
                  <a:lnTo>
                    <a:pt x="4981943" y="0"/>
                  </a:lnTo>
                  <a:close/>
                </a:path>
                <a:path h="2133600" w="5524500">
                  <a:moveTo>
                    <a:pt x="5023815" y="2114550"/>
                  </a:moveTo>
                  <a:lnTo>
                    <a:pt x="4966665" y="2114550"/>
                  </a:lnTo>
                  <a:lnTo>
                    <a:pt x="4966665" y="2133600"/>
                  </a:lnTo>
                  <a:lnTo>
                    <a:pt x="5023815" y="2133600"/>
                  </a:lnTo>
                  <a:lnTo>
                    <a:pt x="5023815" y="2114550"/>
                  </a:lnTo>
                  <a:close/>
                </a:path>
                <a:path h="2133600" w="5524500">
                  <a:moveTo>
                    <a:pt x="5077015" y="0"/>
                  </a:moveTo>
                  <a:lnTo>
                    <a:pt x="5019865" y="0"/>
                  </a:lnTo>
                  <a:lnTo>
                    <a:pt x="5019865" y="19050"/>
                  </a:lnTo>
                  <a:lnTo>
                    <a:pt x="5077015" y="19050"/>
                  </a:lnTo>
                  <a:lnTo>
                    <a:pt x="5077015" y="0"/>
                  </a:lnTo>
                  <a:close/>
                </a:path>
                <a:path h="2133600" w="5524500">
                  <a:moveTo>
                    <a:pt x="5118887" y="2114550"/>
                  </a:moveTo>
                  <a:lnTo>
                    <a:pt x="5061737" y="2114550"/>
                  </a:lnTo>
                  <a:lnTo>
                    <a:pt x="5061737" y="2133600"/>
                  </a:lnTo>
                  <a:lnTo>
                    <a:pt x="5118887" y="2133600"/>
                  </a:lnTo>
                  <a:lnTo>
                    <a:pt x="5118887" y="2114550"/>
                  </a:lnTo>
                  <a:close/>
                </a:path>
                <a:path h="2133600" w="5524500">
                  <a:moveTo>
                    <a:pt x="5172075" y="0"/>
                  </a:moveTo>
                  <a:lnTo>
                    <a:pt x="5114925" y="0"/>
                  </a:lnTo>
                  <a:lnTo>
                    <a:pt x="5114925" y="19050"/>
                  </a:lnTo>
                  <a:lnTo>
                    <a:pt x="5172075" y="19050"/>
                  </a:lnTo>
                  <a:lnTo>
                    <a:pt x="5172075" y="0"/>
                  </a:lnTo>
                  <a:close/>
                </a:path>
                <a:path h="2133600" w="5524500">
                  <a:moveTo>
                    <a:pt x="5213959" y="2114550"/>
                  </a:moveTo>
                  <a:lnTo>
                    <a:pt x="5156809" y="2114550"/>
                  </a:lnTo>
                  <a:lnTo>
                    <a:pt x="5156809" y="2133600"/>
                  </a:lnTo>
                  <a:lnTo>
                    <a:pt x="5213959" y="2133600"/>
                  </a:lnTo>
                  <a:lnTo>
                    <a:pt x="5213959" y="2114550"/>
                  </a:lnTo>
                  <a:close/>
                </a:path>
                <a:path h="2133600" w="5524500">
                  <a:moveTo>
                    <a:pt x="5267147" y="0"/>
                  </a:moveTo>
                  <a:lnTo>
                    <a:pt x="5209997" y="0"/>
                  </a:lnTo>
                  <a:lnTo>
                    <a:pt x="5209997" y="19050"/>
                  </a:lnTo>
                  <a:lnTo>
                    <a:pt x="5267147" y="19050"/>
                  </a:lnTo>
                  <a:lnTo>
                    <a:pt x="5267147" y="0"/>
                  </a:lnTo>
                  <a:close/>
                </a:path>
                <a:path h="2133600" w="5524500">
                  <a:moveTo>
                    <a:pt x="5309032" y="2114550"/>
                  </a:moveTo>
                  <a:lnTo>
                    <a:pt x="5251882" y="2114550"/>
                  </a:lnTo>
                  <a:lnTo>
                    <a:pt x="5251882" y="2133600"/>
                  </a:lnTo>
                  <a:lnTo>
                    <a:pt x="5309032" y="2133600"/>
                  </a:lnTo>
                  <a:lnTo>
                    <a:pt x="5309032" y="2114550"/>
                  </a:lnTo>
                  <a:close/>
                </a:path>
                <a:path h="2133600" w="5524500">
                  <a:moveTo>
                    <a:pt x="5362219" y="0"/>
                  </a:moveTo>
                  <a:lnTo>
                    <a:pt x="5305069" y="0"/>
                  </a:lnTo>
                  <a:lnTo>
                    <a:pt x="5305069" y="19050"/>
                  </a:lnTo>
                  <a:lnTo>
                    <a:pt x="5362219" y="19050"/>
                  </a:lnTo>
                  <a:lnTo>
                    <a:pt x="5362219" y="0"/>
                  </a:lnTo>
                  <a:close/>
                </a:path>
                <a:path h="2133600" w="5524500">
                  <a:moveTo>
                    <a:pt x="5404104" y="2114550"/>
                  </a:moveTo>
                  <a:lnTo>
                    <a:pt x="5346954" y="2114550"/>
                  </a:lnTo>
                  <a:lnTo>
                    <a:pt x="5346954" y="2133600"/>
                  </a:lnTo>
                  <a:lnTo>
                    <a:pt x="5404104" y="2133600"/>
                  </a:lnTo>
                  <a:lnTo>
                    <a:pt x="5404104" y="2114550"/>
                  </a:lnTo>
                  <a:close/>
                </a:path>
                <a:path h="2133600" w="5524500">
                  <a:moveTo>
                    <a:pt x="5458206" y="723"/>
                  </a:moveTo>
                  <a:lnTo>
                    <a:pt x="5455805" y="368"/>
                  </a:lnTo>
                  <a:lnTo>
                    <a:pt x="5448300" y="0"/>
                  </a:lnTo>
                  <a:lnTo>
                    <a:pt x="5400141" y="0"/>
                  </a:lnTo>
                  <a:lnTo>
                    <a:pt x="5400141" y="19050"/>
                  </a:lnTo>
                  <a:lnTo>
                    <a:pt x="5455805" y="19050"/>
                  </a:lnTo>
                  <a:lnTo>
                    <a:pt x="5458206" y="723"/>
                  </a:lnTo>
                  <a:close/>
                </a:path>
                <a:path h="2133600" w="5524500">
                  <a:moveTo>
                    <a:pt x="5501183" y="2112200"/>
                  </a:moveTo>
                  <a:lnTo>
                    <a:pt x="5488000" y="2098535"/>
                  </a:lnTo>
                  <a:lnTo>
                    <a:pt x="5483352" y="2103170"/>
                  </a:lnTo>
                  <a:lnTo>
                    <a:pt x="5477180" y="2107311"/>
                  </a:lnTo>
                  <a:lnTo>
                    <a:pt x="5463171" y="2113102"/>
                  </a:lnTo>
                  <a:lnTo>
                    <a:pt x="5455882" y="2114550"/>
                  </a:lnTo>
                  <a:lnTo>
                    <a:pt x="5442013" y="2114550"/>
                  </a:lnTo>
                  <a:lnTo>
                    <a:pt x="5442013" y="2133600"/>
                  </a:lnTo>
                  <a:lnTo>
                    <a:pt x="5448300" y="2133600"/>
                  </a:lnTo>
                  <a:lnTo>
                    <a:pt x="5455805" y="2133244"/>
                  </a:lnTo>
                  <a:lnTo>
                    <a:pt x="5496623" y="2116340"/>
                  </a:lnTo>
                  <a:lnTo>
                    <a:pt x="5501183" y="2112200"/>
                  </a:lnTo>
                  <a:close/>
                </a:path>
                <a:path h="2133600" w="5524500">
                  <a:moveTo>
                    <a:pt x="5524500" y="2015528"/>
                  </a:moveTo>
                  <a:lnTo>
                    <a:pt x="5505450" y="2015528"/>
                  </a:lnTo>
                  <a:lnTo>
                    <a:pt x="5505450" y="2064918"/>
                  </a:lnTo>
                  <a:lnTo>
                    <a:pt x="5504408" y="2070265"/>
                  </a:lnTo>
                  <a:lnTo>
                    <a:pt x="5522519" y="2074418"/>
                  </a:lnTo>
                  <a:lnTo>
                    <a:pt x="5523052" y="2072271"/>
                  </a:lnTo>
                  <a:lnTo>
                    <a:pt x="5524144" y="2064918"/>
                  </a:lnTo>
                  <a:lnTo>
                    <a:pt x="5524500" y="2057400"/>
                  </a:lnTo>
                  <a:lnTo>
                    <a:pt x="5524500" y="2015528"/>
                  </a:lnTo>
                  <a:close/>
                </a:path>
                <a:path h="2133600" w="5524500">
                  <a:moveTo>
                    <a:pt x="5524500" y="1920455"/>
                  </a:moveTo>
                  <a:lnTo>
                    <a:pt x="5505450" y="1920455"/>
                  </a:lnTo>
                  <a:lnTo>
                    <a:pt x="5505450" y="1977605"/>
                  </a:lnTo>
                  <a:lnTo>
                    <a:pt x="5524500" y="1977605"/>
                  </a:lnTo>
                  <a:lnTo>
                    <a:pt x="5524500" y="1920455"/>
                  </a:lnTo>
                  <a:close/>
                </a:path>
                <a:path h="2133600" w="5524500">
                  <a:moveTo>
                    <a:pt x="5524500" y="1825383"/>
                  </a:moveTo>
                  <a:lnTo>
                    <a:pt x="5505450" y="1825383"/>
                  </a:lnTo>
                  <a:lnTo>
                    <a:pt x="5505450" y="1882533"/>
                  </a:lnTo>
                  <a:lnTo>
                    <a:pt x="5524500" y="1882533"/>
                  </a:lnTo>
                  <a:lnTo>
                    <a:pt x="5524500" y="1825383"/>
                  </a:lnTo>
                  <a:close/>
                </a:path>
                <a:path h="2133600" w="5524500">
                  <a:moveTo>
                    <a:pt x="5524500" y="1730324"/>
                  </a:moveTo>
                  <a:lnTo>
                    <a:pt x="5505450" y="1730324"/>
                  </a:lnTo>
                  <a:lnTo>
                    <a:pt x="5505450" y="1787474"/>
                  </a:lnTo>
                  <a:lnTo>
                    <a:pt x="5524500" y="1787474"/>
                  </a:lnTo>
                  <a:lnTo>
                    <a:pt x="5524500" y="1730324"/>
                  </a:lnTo>
                  <a:close/>
                </a:path>
                <a:path h="2133600" w="5524500">
                  <a:moveTo>
                    <a:pt x="5524500" y="1635252"/>
                  </a:moveTo>
                  <a:lnTo>
                    <a:pt x="5505450" y="1635252"/>
                  </a:lnTo>
                  <a:lnTo>
                    <a:pt x="5505450" y="1692402"/>
                  </a:lnTo>
                  <a:lnTo>
                    <a:pt x="5524500" y="1692402"/>
                  </a:lnTo>
                  <a:lnTo>
                    <a:pt x="5524500" y="1635252"/>
                  </a:lnTo>
                  <a:close/>
                </a:path>
                <a:path h="2133600" w="5524500">
                  <a:moveTo>
                    <a:pt x="5524500" y="1540179"/>
                  </a:moveTo>
                  <a:lnTo>
                    <a:pt x="5505450" y="1540179"/>
                  </a:lnTo>
                  <a:lnTo>
                    <a:pt x="5505450" y="1597329"/>
                  </a:lnTo>
                  <a:lnTo>
                    <a:pt x="5524500" y="1597329"/>
                  </a:lnTo>
                  <a:lnTo>
                    <a:pt x="5524500" y="1540179"/>
                  </a:lnTo>
                  <a:close/>
                </a:path>
                <a:path h="2133600" w="5524500">
                  <a:moveTo>
                    <a:pt x="5524500" y="1445107"/>
                  </a:moveTo>
                  <a:lnTo>
                    <a:pt x="5505450" y="1445107"/>
                  </a:lnTo>
                  <a:lnTo>
                    <a:pt x="5505450" y="1502257"/>
                  </a:lnTo>
                  <a:lnTo>
                    <a:pt x="5524500" y="1502257"/>
                  </a:lnTo>
                  <a:lnTo>
                    <a:pt x="5524500" y="1445107"/>
                  </a:lnTo>
                  <a:close/>
                </a:path>
                <a:path h="2133600" w="5524500">
                  <a:moveTo>
                    <a:pt x="5524500" y="1350035"/>
                  </a:moveTo>
                  <a:lnTo>
                    <a:pt x="5505450" y="1350035"/>
                  </a:lnTo>
                  <a:lnTo>
                    <a:pt x="5505450" y="1407185"/>
                  </a:lnTo>
                  <a:lnTo>
                    <a:pt x="5524500" y="1407185"/>
                  </a:lnTo>
                  <a:lnTo>
                    <a:pt x="5524500" y="1350035"/>
                  </a:lnTo>
                  <a:close/>
                </a:path>
                <a:path h="2133600" w="5524500">
                  <a:moveTo>
                    <a:pt x="5524500" y="1254963"/>
                  </a:moveTo>
                  <a:lnTo>
                    <a:pt x="5505450" y="1254963"/>
                  </a:lnTo>
                  <a:lnTo>
                    <a:pt x="5505450" y="1312113"/>
                  </a:lnTo>
                  <a:lnTo>
                    <a:pt x="5524500" y="1312113"/>
                  </a:lnTo>
                  <a:lnTo>
                    <a:pt x="5524500" y="1254963"/>
                  </a:lnTo>
                  <a:close/>
                </a:path>
                <a:path h="2133600" w="5524500">
                  <a:moveTo>
                    <a:pt x="5524500" y="1159903"/>
                  </a:moveTo>
                  <a:lnTo>
                    <a:pt x="5505450" y="1159903"/>
                  </a:lnTo>
                  <a:lnTo>
                    <a:pt x="5505450" y="1217053"/>
                  </a:lnTo>
                  <a:lnTo>
                    <a:pt x="5524500" y="1217053"/>
                  </a:lnTo>
                  <a:lnTo>
                    <a:pt x="5524500" y="1159903"/>
                  </a:lnTo>
                  <a:close/>
                </a:path>
                <a:path h="2133600" w="5524500">
                  <a:moveTo>
                    <a:pt x="5524500" y="1064831"/>
                  </a:moveTo>
                  <a:lnTo>
                    <a:pt x="5505450" y="1064831"/>
                  </a:lnTo>
                  <a:lnTo>
                    <a:pt x="5505450" y="1121981"/>
                  </a:lnTo>
                  <a:lnTo>
                    <a:pt x="5524500" y="1121981"/>
                  </a:lnTo>
                  <a:lnTo>
                    <a:pt x="5524500" y="1064831"/>
                  </a:lnTo>
                  <a:close/>
                </a:path>
                <a:path h="2133600" w="5524500">
                  <a:moveTo>
                    <a:pt x="5524500" y="969759"/>
                  </a:moveTo>
                  <a:lnTo>
                    <a:pt x="5505450" y="969759"/>
                  </a:lnTo>
                  <a:lnTo>
                    <a:pt x="5505450" y="1026909"/>
                  </a:lnTo>
                  <a:lnTo>
                    <a:pt x="5524500" y="1026909"/>
                  </a:lnTo>
                  <a:lnTo>
                    <a:pt x="5524500" y="969759"/>
                  </a:lnTo>
                  <a:close/>
                </a:path>
                <a:path h="2133600" w="5524500">
                  <a:moveTo>
                    <a:pt x="5524500" y="874687"/>
                  </a:moveTo>
                  <a:lnTo>
                    <a:pt x="5505450" y="874687"/>
                  </a:lnTo>
                  <a:lnTo>
                    <a:pt x="5505450" y="931837"/>
                  </a:lnTo>
                  <a:lnTo>
                    <a:pt x="5524500" y="931837"/>
                  </a:lnTo>
                  <a:lnTo>
                    <a:pt x="5524500" y="874687"/>
                  </a:lnTo>
                  <a:close/>
                </a:path>
                <a:path h="2133600" w="5524500">
                  <a:moveTo>
                    <a:pt x="5524500" y="779614"/>
                  </a:moveTo>
                  <a:lnTo>
                    <a:pt x="5505450" y="779614"/>
                  </a:lnTo>
                  <a:lnTo>
                    <a:pt x="5505450" y="836764"/>
                  </a:lnTo>
                  <a:lnTo>
                    <a:pt x="5524500" y="836764"/>
                  </a:lnTo>
                  <a:lnTo>
                    <a:pt x="5524500" y="779614"/>
                  </a:lnTo>
                  <a:close/>
                </a:path>
                <a:path h="2133600" w="5524500">
                  <a:moveTo>
                    <a:pt x="5524500" y="684542"/>
                  </a:moveTo>
                  <a:lnTo>
                    <a:pt x="5505450" y="684542"/>
                  </a:lnTo>
                  <a:lnTo>
                    <a:pt x="5505450" y="741692"/>
                  </a:lnTo>
                  <a:lnTo>
                    <a:pt x="5524500" y="741692"/>
                  </a:lnTo>
                  <a:lnTo>
                    <a:pt x="5524500" y="684542"/>
                  </a:lnTo>
                  <a:close/>
                </a:path>
                <a:path h="2133600" w="5524500">
                  <a:moveTo>
                    <a:pt x="5524500" y="589470"/>
                  </a:moveTo>
                  <a:lnTo>
                    <a:pt x="5505450" y="589470"/>
                  </a:lnTo>
                  <a:lnTo>
                    <a:pt x="5505450" y="646620"/>
                  </a:lnTo>
                  <a:lnTo>
                    <a:pt x="5524500" y="646620"/>
                  </a:lnTo>
                  <a:lnTo>
                    <a:pt x="5524500" y="589470"/>
                  </a:lnTo>
                  <a:close/>
                </a:path>
                <a:path h="2133600" w="5524500">
                  <a:moveTo>
                    <a:pt x="5524500" y="494411"/>
                  </a:moveTo>
                  <a:lnTo>
                    <a:pt x="5505450" y="494411"/>
                  </a:lnTo>
                  <a:lnTo>
                    <a:pt x="5505450" y="551561"/>
                  </a:lnTo>
                  <a:lnTo>
                    <a:pt x="5524500" y="551561"/>
                  </a:lnTo>
                  <a:lnTo>
                    <a:pt x="5524500" y="494411"/>
                  </a:lnTo>
                  <a:close/>
                </a:path>
                <a:path h="2133600" w="5524500">
                  <a:moveTo>
                    <a:pt x="5524500" y="399338"/>
                  </a:moveTo>
                  <a:lnTo>
                    <a:pt x="5505450" y="399338"/>
                  </a:lnTo>
                  <a:lnTo>
                    <a:pt x="5505450" y="456488"/>
                  </a:lnTo>
                  <a:lnTo>
                    <a:pt x="5524500" y="456488"/>
                  </a:lnTo>
                  <a:lnTo>
                    <a:pt x="5524500" y="399338"/>
                  </a:lnTo>
                  <a:close/>
                </a:path>
                <a:path h="2133600" w="5524500">
                  <a:moveTo>
                    <a:pt x="5524500" y="304266"/>
                  </a:moveTo>
                  <a:lnTo>
                    <a:pt x="5505450" y="304266"/>
                  </a:lnTo>
                  <a:lnTo>
                    <a:pt x="5505450" y="361416"/>
                  </a:lnTo>
                  <a:lnTo>
                    <a:pt x="5524500" y="361416"/>
                  </a:lnTo>
                  <a:lnTo>
                    <a:pt x="5524500" y="304266"/>
                  </a:lnTo>
                  <a:close/>
                </a:path>
                <a:path h="2133600" w="5524500">
                  <a:moveTo>
                    <a:pt x="5524500" y="209194"/>
                  </a:moveTo>
                  <a:lnTo>
                    <a:pt x="5505450" y="209194"/>
                  </a:lnTo>
                  <a:lnTo>
                    <a:pt x="5505450" y="266344"/>
                  </a:lnTo>
                  <a:lnTo>
                    <a:pt x="5524500" y="266344"/>
                  </a:lnTo>
                  <a:lnTo>
                    <a:pt x="5524500" y="209194"/>
                  </a:lnTo>
                  <a:close/>
                </a:path>
                <a:path h="2133600" w="5524500">
                  <a:moveTo>
                    <a:pt x="5524500" y="114122"/>
                  </a:moveTo>
                  <a:lnTo>
                    <a:pt x="5505450" y="114122"/>
                  </a:lnTo>
                  <a:lnTo>
                    <a:pt x="5505450" y="171272"/>
                  </a:lnTo>
                  <a:lnTo>
                    <a:pt x="5524500" y="171272"/>
                  </a:lnTo>
                  <a:lnTo>
                    <a:pt x="5524500" y="114122"/>
                  </a:lnTo>
                  <a:close/>
                </a:path>
                <a:path h="2133600" w="5524500">
                  <a:moveTo>
                    <a:pt x="5524500" y="76200"/>
                  </a:moveTo>
                  <a:lnTo>
                    <a:pt x="5511673" y="33858"/>
                  </a:lnTo>
                  <a:lnTo>
                    <a:pt x="5497766" y="18313"/>
                  </a:lnTo>
                  <a:lnTo>
                    <a:pt x="5485536" y="32613"/>
                  </a:lnTo>
                  <a:lnTo>
                    <a:pt x="5488711" y="35801"/>
                  </a:lnTo>
                  <a:lnTo>
                    <a:pt x="5494071" y="41148"/>
                  </a:lnTo>
                  <a:lnTo>
                    <a:pt x="5498198" y="47332"/>
                  </a:lnTo>
                  <a:lnTo>
                    <a:pt x="5504002" y="61341"/>
                  </a:lnTo>
                  <a:lnTo>
                    <a:pt x="5505450" y="68630"/>
                  </a:lnTo>
                  <a:lnTo>
                    <a:pt x="5505450" y="76200"/>
                  </a:lnTo>
                  <a:lnTo>
                    <a:pt x="5524500" y="7620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801099" y="4612481"/>
              <a:ext cx="342900" cy="300355"/>
            </a:xfrm>
            <a:custGeom>
              <a:avLst/>
              <a:gdLst/>
              <a:ahLst/>
              <a:cxnLst/>
              <a:rect b="b" l="l" r="r" t="t"/>
              <a:pathLst>
                <a:path h="300354" w="342900">
                  <a:moveTo>
                    <a:pt x="300037" y="300037"/>
                  </a:moveTo>
                  <a:lnTo>
                    <a:pt x="42862" y="300037"/>
                  </a:lnTo>
                  <a:lnTo>
                    <a:pt x="26191" y="296664"/>
                  </a:lnTo>
                  <a:lnTo>
                    <a:pt x="12565" y="287471"/>
                  </a:lnTo>
                  <a:lnTo>
                    <a:pt x="3372" y="273845"/>
                  </a:lnTo>
                  <a:lnTo>
                    <a:pt x="0" y="257174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300037" y="0"/>
                  </a:lnTo>
                  <a:lnTo>
                    <a:pt x="316708" y="3372"/>
                  </a:lnTo>
                  <a:lnTo>
                    <a:pt x="330334" y="12565"/>
                  </a:lnTo>
                  <a:lnTo>
                    <a:pt x="339527" y="26191"/>
                  </a:lnTo>
                  <a:lnTo>
                    <a:pt x="342899" y="42862"/>
                  </a:lnTo>
                  <a:lnTo>
                    <a:pt x="70746" y="42862"/>
                  </a:lnTo>
                  <a:lnTo>
                    <a:pt x="66645" y="43678"/>
                  </a:lnTo>
                  <a:lnTo>
                    <a:pt x="42862" y="70746"/>
                  </a:lnTo>
                  <a:lnTo>
                    <a:pt x="42862" y="79272"/>
                  </a:lnTo>
                  <a:lnTo>
                    <a:pt x="70746" y="107156"/>
                  </a:lnTo>
                  <a:lnTo>
                    <a:pt x="198306" y="107156"/>
                  </a:lnTo>
                  <a:lnTo>
                    <a:pt x="193283" y="109768"/>
                  </a:lnTo>
                  <a:lnTo>
                    <a:pt x="190336" y="114188"/>
                  </a:lnTo>
                  <a:lnTo>
                    <a:pt x="151294" y="171449"/>
                  </a:lnTo>
                  <a:lnTo>
                    <a:pt x="96976" y="171449"/>
                  </a:lnTo>
                  <a:lnTo>
                    <a:pt x="92288" y="173660"/>
                  </a:lnTo>
                  <a:lnTo>
                    <a:pt x="89274" y="177477"/>
                  </a:lnTo>
                  <a:lnTo>
                    <a:pt x="42527" y="235877"/>
                  </a:lnTo>
                  <a:lnTo>
                    <a:pt x="41790" y="242507"/>
                  </a:lnTo>
                  <a:lnTo>
                    <a:pt x="47148" y="253625"/>
                  </a:lnTo>
                  <a:lnTo>
                    <a:pt x="52774" y="257174"/>
                  </a:lnTo>
                  <a:lnTo>
                    <a:pt x="342899" y="257174"/>
                  </a:lnTo>
                  <a:lnTo>
                    <a:pt x="339527" y="273845"/>
                  </a:lnTo>
                  <a:lnTo>
                    <a:pt x="330334" y="287471"/>
                  </a:lnTo>
                  <a:lnTo>
                    <a:pt x="316708" y="296664"/>
                  </a:lnTo>
                  <a:lnTo>
                    <a:pt x="300037" y="300037"/>
                  </a:lnTo>
                  <a:close/>
                </a:path>
                <a:path h="300354" w="342900">
                  <a:moveTo>
                    <a:pt x="342899" y="257174"/>
                  </a:moveTo>
                  <a:lnTo>
                    <a:pt x="289924" y="257174"/>
                  </a:lnTo>
                  <a:lnTo>
                    <a:pt x="295416" y="253893"/>
                  </a:lnTo>
                  <a:lnTo>
                    <a:pt x="300908" y="243311"/>
                  </a:lnTo>
                  <a:lnTo>
                    <a:pt x="300573" y="236949"/>
                  </a:lnTo>
                  <a:lnTo>
                    <a:pt x="213843" y="109768"/>
                  </a:lnTo>
                  <a:lnTo>
                    <a:pt x="208887" y="107156"/>
                  </a:lnTo>
                  <a:lnTo>
                    <a:pt x="79272" y="107156"/>
                  </a:lnTo>
                  <a:lnTo>
                    <a:pt x="83372" y="106340"/>
                  </a:lnTo>
                  <a:lnTo>
                    <a:pt x="107156" y="79272"/>
                  </a:lnTo>
                  <a:lnTo>
                    <a:pt x="107156" y="70746"/>
                  </a:lnTo>
                  <a:lnTo>
                    <a:pt x="79272" y="42862"/>
                  </a:lnTo>
                  <a:lnTo>
                    <a:pt x="342899" y="42862"/>
                  </a:lnTo>
                  <a:lnTo>
                    <a:pt x="342899" y="257174"/>
                  </a:lnTo>
                  <a:close/>
                </a:path>
                <a:path h="300354" w="342900">
                  <a:moveTo>
                    <a:pt x="132070" y="199645"/>
                  </a:moveTo>
                  <a:lnTo>
                    <a:pt x="111241" y="173660"/>
                  </a:lnTo>
                  <a:lnTo>
                    <a:pt x="106620" y="171449"/>
                  </a:lnTo>
                  <a:lnTo>
                    <a:pt x="151294" y="171449"/>
                  </a:lnTo>
                  <a:lnTo>
                    <a:pt x="132070" y="199645"/>
                  </a:lnTo>
                  <a:close/>
                </a:path>
              </a:pathLst>
            </a:custGeom>
            <a:solidFill>
              <a:srgbClr val="9CA2AF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37" name="object 37"/>
          <p:cNvSpPr txBox="1"/>
          <p:nvPr/>
        </p:nvSpPr>
        <p:spPr>
          <a:xfrm>
            <a:off x="6197599" y="1149350"/>
            <a:ext cx="1279525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Visual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Guide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7210821" y="2651034"/>
            <a:ext cx="3523615" cy="446405"/>
          </a:xfrm>
          <a:prstGeom prst="rect">
            <a:avLst/>
          </a:prstGeom>
        </p:spPr>
        <p:txBody>
          <a:bodyPr bIns="0" lIns="0" numCol="1" rIns="0" rtlCol="0" tIns="53975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Event</a:t>
            </a:r>
            <a:r>
              <a:rPr dirty="0" spc="-10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Viewer</a:t>
            </a:r>
            <a:r>
              <a:rPr dirty="0" spc="-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Custom</a:t>
            </a:r>
            <a:r>
              <a:rPr dirty="0" spc="-10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View</a:t>
            </a:r>
            <a:r>
              <a:rPr dirty="0" spc="-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6A7280"/>
                </a:solidFill>
                <a:latin typeface="Segoe UI"/>
                <a:cs typeface="Segoe UI"/>
              </a:rPr>
              <a:t>Configuration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Screenshot</a:t>
            </a:r>
            <a:r>
              <a:rPr dirty="0" spc="-1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showing</a:t>
            </a:r>
            <a:r>
              <a:rPr dirty="0" spc="-1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filter</a:t>
            </a:r>
            <a:r>
              <a:rPr dirty="0" spc="-1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creation</a:t>
            </a:r>
            <a:r>
              <a:rPr dirty="0" spc="-1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for</a:t>
            </a:r>
            <a:r>
              <a:rPr dirty="0" spc="-1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ports</a:t>
            </a:r>
            <a:r>
              <a:rPr dirty="0" spc="-1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8080,</a:t>
            </a:r>
            <a:r>
              <a:rPr dirty="0" spc="-1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7070,</a:t>
            </a:r>
            <a:r>
              <a:rPr dirty="0" spc="-1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pc="-25" sz="1050">
                <a:solidFill>
                  <a:srgbClr val="9CA2AF"/>
                </a:solidFill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443142" y="5013233"/>
            <a:ext cx="3058795" cy="446405"/>
          </a:xfrm>
          <a:prstGeom prst="rect">
            <a:avLst/>
          </a:prstGeom>
        </p:spPr>
        <p:txBody>
          <a:bodyPr bIns="0" lIns="0" numCol="1" rIns="0" rtlCol="0" tIns="53975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Disabling Alert </a:t>
            </a:r>
            <a:r>
              <a:rPr dirty="0" spc="-10" sz="1200">
                <a:solidFill>
                  <a:srgbClr val="6A7280"/>
                </a:solidFill>
                <a:latin typeface="Segoe UI"/>
                <a:cs typeface="Segoe UI"/>
              </a:rPr>
              <a:t>Actions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Screenshot</a:t>
            </a:r>
            <a:r>
              <a:rPr dirty="0" spc="-3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showing</a:t>
            </a:r>
            <a:r>
              <a:rPr dirty="0" spc="-2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where</a:t>
            </a:r>
            <a:r>
              <a:rPr dirty="0" spc="-2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to</a:t>
            </a:r>
            <a:r>
              <a:rPr dirty="0" spc="-2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uncheck</a:t>
            </a:r>
            <a:r>
              <a:rPr dirty="0" spc="-30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9CA2AF"/>
                </a:solidFill>
                <a:latin typeface="Segoe UI"/>
                <a:cs typeface="Segoe UI"/>
              </a:rPr>
              <a:t>alert</a:t>
            </a:r>
            <a:r>
              <a:rPr dirty="0" spc="-25" sz="1050">
                <a:solidFill>
                  <a:srgbClr val="9CA2AF"/>
                </a:solidFill>
                <a:latin typeface="Segoe UI"/>
                <a:cs typeface="Segoe UI"/>
              </a:rPr>
              <a:t> </a:t>
            </a:r>
            <a:r>
              <a:rPr dirty="0" spc="-10" sz="1050">
                <a:solidFill>
                  <a:srgbClr val="9CA2AF"/>
                </a:solidFill>
                <a:latin typeface="Segoe UI"/>
                <a:cs typeface="Segoe UI"/>
              </a:rPr>
              <a:t>options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40" name="object 40"/>
          <p:cNvPicPr/>
          <p:nvPr/>
        </p:nvPicPr>
        <p:blipFill>
          <a:blip cstate="print" r:embed="rId2"/>
          <a:stretch>
            <a:fillRect/>
          </a:stretch>
        </p:blipFill>
        <p:spPr>
          <a:xfrm>
            <a:off x="652462" y="6953250"/>
            <a:ext cx="104768" cy="152399"/>
          </a:xfrm>
          <a:prstGeom prst="rect">
            <a:avLst/>
          </a:prstGeom>
        </p:spPr>
      </p:pic>
      <p:sp>
        <p:nvSpPr>
          <p:cNvPr id="41" name="object 41"/>
          <p:cNvSpPr txBox="1"/>
          <p:nvPr/>
        </p:nvSpPr>
        <p:spPr>
          <a:xfrm>
            <a:off x="634999" y="6875779"/>
            <a:ext cx="10542905" cy="482600"/>
          </a:xfrm>
          <a:prstGeom prst="rect">
            <a:avLst/>
          </a:prstGeom>
        </p:spPr>
        <p:txBody>
          <a:bodyPr bIns="0" lIns="0" numCol="1" rIns="0" rtlCol="0" tIns="58419" vert="horz" wrap="square">
            <a:spAutoFit/>
          </a:bodyPr>
          <a:lstStyle/>
          <a:p>
            <a:pPr marL="202565">
              <a:lnSpc>
                <a:spcPct val="100000"/>
              </a:lnSpc>
              <a:spcBef>
                <a:spcPts val="459"/>
              </a:spcBef>
            </a:pPr>
            <a:r>
              <a:rPr b="1" dirty="0" sz="1200">
                <a:solidFill>
                  <a:srgbClr val="1C4ED8"/>
                </a:solidFill>
                <a:latin typeface="Segoe UI Semibold"/>
                <a:cs typeface="Segoe UI Semibold"/>
              </a:rPr>
              <a:t>Pro</a:t>
            </a:r>
            <a:r>
              <a:rPr b="1" dirty="0" spc="-30" sz="1200">
                <a:solidFill>
                  <a:srgbClr val="1C4ED8"/>
                </a:solidFill>
                <a:latin typeface="Segoe UI Semibold"/>
                <a:cs typeface="Segoe UI Semibold"/>
              </a:rPr>
              <a:t> </a:t>
            </a:r>
            <a:r>
              <a:rPr b="1" dirty="0" spc="-25" sz="1200">
                <a:solidFill>
                  <a:srgbClr val="1C4ED8"/>
                </a:solidFill>
                <a:latin typeface="Segoe UI Semibold"/>
                <a:cs typeface="Segoe UI Semibold"/>
              </a:rPr>
              <a:t>Tip</a:t>
            </a:r>
            <a:endParaRPr sz="120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359"/>
              </a:spcBef>
            </a:pP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For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recurring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port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alerts,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consider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creating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scheduled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task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that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automatically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disables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these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specific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alerts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after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system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startup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or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monitoring</a:t>
            </a:r>
            <a:r>
              <a:rPr dirty="0" spc="-5" sz="1200">
                <a:solidFill>
                  <a:srgbClr val="37405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374050"/>
                </a:solidFill>
                <a:latin typeface="Segoe UI"/>
                <a:cs typeface="Segoe UI"/>
              </a:rPr>
              <a:t>service</a:t>
            </a:r>
            <a:r>
              <a:rPr dirty="0" spc="-10" sz="1200">
                <a:solidFill>
                  <a:srgbClr val="374050"/>
                </a:solidFill>
                <a:latin typeface="Segoe UI"/>
                <a:cs typeface="Segoe UI"/>
              </a:rPr>
              <a:t> restart.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574182" y="7454900"/>
            <a:ext cx="304419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Management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SOP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43" name="object 43"/>
          <p:cNvGrpSpPr/>
          <p:nvPr/>
        </p:nvGrpSpPr>
        <p:grpSpPr>
          <a:xfrm>
            <a:off x="0" y="7467600"/>
            <a:ext cx="12192000" cy="514350"/>
            <a:chOff x="0" y="7467600"/>
            <a:chExt cx="12192000" cy="514350"/>
          </a:xfrm>
        </p:grpSpPr>
        <p:sp>
          <p:nvSpPr>
            <p:cNvPr id="44" name="object 44"/>
            <p:cNvSpPr/>
            <p:nvPr/>
          </p:nvSpPr>
          <p:spPr>
            <a:xfrm>
              <a:off x="0" y="7753349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5" name="object 45"/>
            <p:cNvSpPr/>
            <p:nvPr/>
          </p:nvSpPr>
          <p:spPr>
            <a:xfrm>
              <a:off x="10544174" y="7467600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46" name="object 46"/>
            <p:cNvPicPr/>
            <p:nvPr/>
          </p:nvPicPr>
          <p:blipFill>
            <a:blip cstate="print" r:embed="rId3"/>
            <a:stretch>
              <a:fillRect/>
            </a:stretch>
          </p:blipFill>
          <p:spPr>
            <a:xfrm>
              <a:off x="10658474" y="7562849"/>
              <a:ext cx="133349" cy="133349"/>
            </a:xfrm>
            <a:prstGeom prst="rect">
              <a:avLst/>
            </a:prstGeom>
          </p:spPr>
        </p:pic>
      </p:grpSp>
      <p:sp>
        <p:nvSpPr>
          <p:cNvPr id="47" name="object 47"/>
          <p:cNvSpPr txBox="1"/>
          <p:nvPr/>
        </p:nvSpPr>
        <p:spPr>
          <a:xfrm>
            <a:off x="10837018" y="7550150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dirty="0" spc="-15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dirty="0" spc="-10" sz="90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599" y="742949"/>
            <a:ext cx="428625" cy="342900"/>
          </a:xfrm>
          <a:custGeom>
            <a:avLst/>
            <a:gdLst/>
            <a:ahLst/>
            <a:cxnLst/>
            <a:rect b="b" l="l" r="r" t="t"/>
            <a:pathLst>
              <a:path h="342900" w="428625">
                <a:moveTo>
                  <a:pt x="267890" y="128587"/>
                </a:moveTo>
                <a:lnTo>
                  <a:pt x="160734" y="128587"/>
                </a:lnTo>
                <a:lnTo>
                  <a:pt x="148224" y="126060"/>
                </a:lnTo>
                <a:lnTo>
                  <a:pt x="138005" y="119169"/>
                </a:lnTo>
                <a:lnTo>
                  <a:pt x="131114" y="108950"/>
                </a:lnTo>
                <a:lnTo>
                  <a:pt x="128587" y="96440"/>
                </a:lnTo>
                <a:lnTo>
                  <a:pt x="128587" y="32146"/>
                </a:lnTo>
                <a:lnTo>
                  <a:pt x="131114" y="19636"/>
                </a:lnTo>
                <a:lnTo>
                  <a:pt x="138005" y="9418"/>
                </a:lnTo>
                <a:lnTo>
                  <a:pt x="148224" y="2527"/>
                </a:lnTo>
                <a:lnTo>
                  <a:pt x="160734" y="0"/>
                </a:lnTo>
                <a:lnTo>
                  <a:pt x="267890" y="0"/>
                </a:lnTo>
                <a:lnTo>
                  <a:pt x="280400" y="2527"/>
                </a:lnTo>
                <a:lnTo>
                  <a:pt x="290619" y="9418"/>
                </a:lnTo>
                <a:lnTo>
                  <a:pt x="297510" y="19636"/>
                </a:lnTo>
                <a:lnTo>
                  <a:pt x="300037" y="32146"/>
                </a:lnTo>
                <a:lnTo>
                  <a:pt x="300037" y="42862"/>
                </a:lnTo>
                <a:lnTo>
                  <a:pt x="171449" y="42862"/>
                </a:lnTo>
                <a:lnTo>
                  <a:pt x="171449" y="85724"/>
                </a:lnTo>
                <a:lnTo>
                  <a:pt x="300037" y="85724"/>
                </a:lnTo>
                <a:lnTo>
                  <a:pt x="300037" y="96440"/>
                </a:lnTo>
                <a:lnTo>
                  <a:pt x="297510" y="108950"/>
                </a:lnTo>
                <a:lnTo>
                  <a:pt x="290619" y="119169"/>
                </a:lnTo>
                <a:lnTo>
                  <a:pt x="280400" y="126060"/>
                </a:lnTo>
                <a:lnTo>
                  <a:pt x="267890" y="128587"/>
                </a:lnTo>
                <a:close/>
              </a:path>
              <a:path h="342900" w="428625">
                <a:moveTo>
                  <a:pt x="300037" y="85724"/>
                </a:moveTo>
                <a:lnTo>
                  <a:pt x="257174" y="85724"/>
                </a:lnTo>
                <a:lnTo>
                  <a:pt x="257174" y="42862"/>
                </a:lnTo>
                <a:lnTo>
                  <a:pt x="300037" y="42862"/>
                </a:lnTo>
                <a:lnTo>
                  <a:pt x="300037" y="85724"/>
                </a:lnTo>
                <a:close/>
              </a:path>
              <a:path h="342900" w="428625">
                <a:moveTo>
                  <a:pt x="235743" y="150018"/>
                </a:moveTo>
                <a:lnTo>
                  <a:pt x="192881" y="150018"/>
                </a:lnTo>
                <a:lnTo>
                  <a:pt x="192881" y="128587"/>
                </a:lnTo>
                <a:lnTo>
                  <a:pt x="235743" y="128587"/>
                </a:lnTo>
                <a:lnTo>
                  <a:pt x="235743" y="150018"/>
                </a:lnTo>
                <a:close/>
              </a:path>
              <a:path h="342900" w="428625">
                <a:moveTo>
                  <a:pt x="407193" y="192881"/>
                </a:moveTo>
                <a:lnTo>
                  <a:pt x="21431" y="192881"/>
                </a:lnTo>
                <a:lnTo>
                  <a:pt x="13081" y="191199"/>
                </a:lnTo>
                <a:lnTo>
                  <a:pt x="6270" y="186610"/>
                </a:lnTo>
                <a:lnTo>
                  <a:pt x="1681" y="179799"/>
                </a:lnTo>
                <a:lnTo>
                  <a:pt x="0" y="171449"/>
                </a:lnTo>
                <a:lnTo>
                  <a:pt x="1681" y="163100"/>
                </a:lnTo>
                <a:lnTo>
                  <a:pt x="6270" y="156289"/>
                </a:lnTo>
                <a:lnTo>
                  <a:pt x="13081" y="151700"/>
                </a:lnTo>
                <a:lnTo>
                  <a:pt x="21431" y="150018"/>
                </a:lnTo>
                <a:lnTo>
                  <a:pt x="407193" y="150018"/>
                </a:lnTo>
                <a:lnTo>
                  <a:pt x="415543" y="151700"/>
                </a:lnTo>
                <a:lnTo>
                  <a:pt x="422354" y="156289"/>
                </a:lnTo>
                <a:lnTo>
                  <a:pt x="426943" y="163100"/>
                </a:lnTo>
                <a:lnTo>
                  <a:pt x="428624" y="171449"/>
                </a:lnTo>
                <a:lnTo>
                  <a:pt x="426943" y="179799"/>
                </a:lnTo>
                <a:lnTo>
                  <a:pt x="422354" y="186610"/>
                </a:lnTo>
                <a:lnTo>
                  <a:pt x="415543" y="191199"/>
                </a:lnTo>
                <a:lnTo>
                  <a:pt x="407193" y="192881"/>
                </a:lnTo>
                <a:close/>
              </a:path>
              <a:path h="342900" w="428625">
                <a:moveTo>
                  <a:pt x="128587" y="214312"/>
                </a:moveTo>
                <a:lnTo>
                  <a:pt x="85724" y="214312"/>
                </a:lnTo>
                <a:lnTo>
                  <a:pt x="85724" y="192881"/>
                </a:lnTo>
                <a:lnTo>
                  <a:pt x="128587" y="192881"/>
                </a:lnTo>
                <a:lnTo>
                  <a:pt x="128587" y="214312"/>
                </a:lnTo>
                <a:close/>
              </a:path>
              <a:path h="342900" w="428625">
                <a:moveTo>
                  <a:pt x="342899" y="214312"/>
                </a:moveTo>
                <a:lnTo>
                  <a:pt x="300037" y="214312"/>
                </a:lnTo>
                <a:lnTo>
                  <a:pt x="300037" y="192881"/>
                </a:lnTo>
                <a:lnTo>
                  <a:pt x="342899" y="192881"/>
                </a:lnTo>
                <a:lnTo>
                  <a:pt x="342899" y="214312"/>
                </a:lnTo>
                <a:close/>
              </a:path>
              <a:path h="342900" w="428625">
                <a:moveTo>
                  <a:pt x="160734" y="342899"/>
                </a:moveTo>
                <a:lnTo>
                  <a:pt x="53578" y="342899"/>
                </a:lnTo>
                <a:lnTo>
                  <a:pt x="41067" y="340372"/>
                </a:lnTo>
                <a:lnTo>
                  <a:pt x="30849" y="333481"/>
                </a:lnTo>
                <a:lnTo>
                  <a:pt x="23958" y="323263"/>
                </a:lnTo>
                <a:lnTo>
                  <a:pt x="21431" y="310753"/>
                </a:lnTo>
                <a:lnTo>
                  <a:pt x="21431" y="246459"/>
                </a:lnTo>
                <a:lnTo>
                  <a:pt x="23958" y="233949"/>
                </a:lnTo>
                <a:lnTo>
                  <a:pt x="30849" y="223730"/>
                </a:lnTo>
                <a:lnTo>
                  <a:pt x="41067" y="216839"/>
                </a:lnTo>
                <a:lnTo>
                  <a:pt x="53578" y="214312"/>
                </a:lnTo>
                <a:lnTo>
                  <a:pt x="160734" y="214312"/>
                </a:lnTo>
                <a:lnTo>
                  <a:pt x="173244" y="216839"/>
                </a:lnTo>
                <a:lnTo>
                  <a:pt x="183463" y="223730"/>
                </a:lnTo>
                <a:lnTo>
                  <a:pt x="190354" y="233949"/>
                </a:lnTo>
                <a:lnTo>
                  <a:pt x="192881" y="246459"/>
                </a:lnTo>
                <a:lnTo>
                  <a:pt x="192881" y="257174"/>
                </a:lnTo>
                <a:lnTo>
                  <a:pt x="64293" y="257174"/>
                </a:lnTo>
                <a:lnTo>
                  <a:pt x="64293" y="300037"/>
                </a:lnTo>
                <a:lnTo>
                  <a:pt x="192881" y="300037"/>
                </a:lnTo>
                <a:lnTo>
                  <a:pt x="192881" y="310753"/>
                </a:lnTo>
                <a:lnTo>
                  <a:pt x="190354" y="323263"/>
                </a:lnTo>
                <a:lnTo>
                  <a:pt x="183463" y="333481"/>
                </a:lnTo>
                <a:lnTo>
                  <a:pt x="173244" y="340372"/>
                </a:lnTo>
                <a:lnTo>
                  <a:pt x="160734" y="342899"/>
                </a:lnTo>
                <a:close/>
              </a:path>
              <a:path h="342900" w="428625">
                <a:moveTo>
                  <a:pt x="375046" y="342899"/>
                </a:moveTo>
                <a:lnTo>
                  <a:pt x="267890" y="342899"/>
                </a:lnTo>
                <a:lnTo>
                  <a:pt x="255380" y="340372"/>
                </a:lnTo>
                <a:lnTo>
                  <a:pt x="245161" y="333481"/>
                </a:lnTo>
                <a:lnTo>
                  <a:pt x="238270" y="323263"/>
                </a:lnTo>
                <a:lnTo>
                  <a:pt x="235743" y="310753"/>
                </a:lnTo>
                <a:lnTo>
                  <a:pt x="235743" y="246459"/>
                </a:lnTo>
                <a:lnTo>
                  <a:pt x="238270" y="233949"/>
                </a:lnTo>
                <a:lnTo>
                  <a:pt x="245161" y="223730"/>
                </a:lnTo>
                <a:lnTo>
                  <a:pt x="255380" y="216839"/>
                </a:lnTo>
                <a:lnTo>
                  <a:pt x="267890" y="214312"/>
                </a:lnTo>
                <a:lnTo>
                  <a:pt x="375046" y="214312"/>
                </a:lnTo>
                <a:lnTo>
                  <a:pt x="387557" y="216839"/>
                </a:lnTo>
                <a:lnTo>
                  <a:pt x="397775" y="223730"/>
                </a:lnTo>
                <a:lnTo>
                  <a:pt x="404666" y="233949"/>
                </a:lnTo>
                <a:lnTo>
                  <a:pt x="407193" y="246459"/>
                </a:lnTo>
                <a:lnTo>
                  <a:pt x="407193" y="257174"/>
                </a:lnTo>
                <a:lnTo>
                  <a:pt x="278606" y="257174"/>
                </a:lnTo>
                <a:lnTo>
                  <a:pt x="278606" y="300037"/>
                </a:lnTo>
                <a:lnTo>
                  <a:pt x="407193" y="300037"/>
                </a:lnTo>
                <a:lnTo>
                  <a:pt x="407193" y="310753"/>
                </a:lnTo>
                <a:lnTo>
                  <a:pt x="404666" y="323263"/>
                </a:lnTo>
                <a:lnTo>
                  <a:pt x="397775" y="333481"/>
                </a:lnTo>
                <a:lnTo>
                  <a:pt x="387557" y="340372"/>
                </a:lnTo>
                <a:lnTo>
                  <a:pt x="375046" y="342899"/>
                </a:lnTo>
                <a:close/>
              </a:path>
              <a:path h="342900" w="428625">
                <a:moveTo>
                  <a:pt x="192881" y="300037"/>
                </a:moveTo>
                <a:lnTo>
                  <a:pt x="150018" y="300037"/>
                </a:lnTo>
                <a:lnTo>
                  <a:pt x="150018" y="257174"/>
                </a:lnTo>
                <a:lnTo>
                  <a:pt x="192881" y="257174"/>
                </a:lnTo>
                <a:lnTo>
                  <a:pt x="192881" y="300037"/>
                </a:lnTo>
                <a:close/>
              </a:path>
              <a:path h="342900" w="428625">
                <a:moveTo>
                  <a:pt x="407193" y="300037"/>
                </a:moveTo>
                <a:lnTo>
                  <a:pt x="364331" y="300037"/>
                </a:lnTo>
                <a:lnTo>
                  <a:pt x="364331" y="257174"/>
                </a:lnTo>
                <a:lnTo>
                  <a:pt x="407193" y="257174"/>
                </a:lnTo>
                <a:lnTo>
                  <a:pt x="407193" y="300037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55575" vert="horz" wrap="square">
            <a:spAutoFit/>
          </a:bodyPr>
          <a:lstStyle/>
          <a:p>
            <a:pPr marL="307340">
              <a:lnSpc>
                <a:spcPct val="100000"/>
              </a:lnSpc>
              <a:spcBef>
                <a:spcPts val="100"/>
              </a:spcBef>
            </a:pPr>
            <a:r>
              <a:rPr dirty="0" sz="2700"/>
              <a:t>Using</a:t>
            </a:r>
            <a:r>
              <a:rPr dirty="0" spc="-35" sz="2700"/>
              <a:t> </a:t>
            </a:r>
            <a:r>
              <a:rPr dirty="0" sz="2700"/>
              <a:t>SNMP</a:t>
            </a:r>
            <a:r>
              <a:rPr dirty="0" spc="-30" sz="2700"/>
              <a:t> </a:t>
            </a:r>
            <a:r>
              <a:rPr dirty="0" sz="2700"/>
              <a:t>for</a:t>
            </a:r>
            <a:r>
              <a:rPr dirty="0" spc="-30" sz="2700"/>
              <a:t> </a:t>
            </a:r>
            <a:r>
              <a:rPr dirty="0" sz="2700"/>
              <a:t>Port</a:t>
            </a:r>
            <a:r>
              <a:rPr dirty="0" spc="-30" sz="2700"/>
              <a:t> </a:t>
            </a:r>
            <a:r>
              <a:rPr dirty="0" spc="-10" sz="2700"/>
              <a:t>Monitoring</a:t>
            </a:r>
            <a:endParaRPr sz="2700"/>
          </a:p>
        </p:txBody>
      </p:sp>
      <p:grpSp>
        <p:nvGrpSpPr>
          <p:cNvPr id="4" name="object 4"/>
          <p:cNvGrpSpPr/>
          <p:nvPr/>
        </p:nvGrpSpPr>
        <p:grpSpPr>
          <a:xfrm>
            <a:off x="609599" y="1409699"/>
            <a:ext cx="609600" cy="609600"/>
            <a:chOff x="609599" y="1409699"/>
            <a:chExt cx="609600" cy="609600"/>
          </a:xfrm>
        </p:grpSpPr>
        <p:sp>
          <p:nvSpPr>
            <p:cNvPr id="5" name="object 5"/>
            <p:cNvSpPr/>
            <p:nvPr/>
          </p:nvSpPr>
          <p:spPr>
            <a:xfrm>
              <a:off x="619124" y="14192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9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6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3"/>
                  </a:lnTo>
                  <a:lnTo>
                    <a:pt x="573289" y="195799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80"/>
                  </a:lnTo>
                  <a:lnTo>
                    <a:pt x="573289" y="394749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6" y="555684"/>
                  </a:lnTo>
                  <a:lnTo>
                    <a:pt x="394750" y="573289"/>
                  </a:lnTo>
                  <a:lnTo>
                    <a:pt x="352880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6" name="object 6"/>
            <p:cNvSpPr/>
            <p:nvPr/>
          </p:nvSpPr>
          <p:spPr>
            <a:xfrm>
              <a:off x="619124" y="14192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0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1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9" y="14903"/>
                  </a:lnTo>
                  <a:lnTo>
                    <a:pt x="428031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4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7" name="object 7"/>
            <p:cNvPicPr/>
            <p:nvPr/>
          </p:nvPicPr>
          <p:blipFill>
            <a:blip cstate="print" r:embed="rId2"/>
            <a:stretch>
              <a:fillRect/>
            </a:stretch>
          </p:blipFill>
          <p:spPr>
            <a:xfrm>
              <a:off x="805814" y="1600199"/>
              <a:ext cx="217125" cy="22855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358899" y="1416050"/>
            <a:ext cx="2478405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Accessing</a:t>
            </a:r>
            <a:r>
              <a:rPr dirty="0" spc="-6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SNMP</a:t>
            </a:r>
            <a:r>
              <a:rPr dirty="0" spc="-6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Service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9" name="object 9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1371599" y="1800224"/>
            <a:ext cx="247650" cy="2476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1371599" y="2162174"/>
            <a:ext cx="247650" cy="2476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1371599" y="2524124"/>
            <a:ext cx="247650" cy="247649"/>
          </a:xfrm>
          <a:prstGeom prst="rect">
            <a:avLst/>
          </a:prstGeom>
        </p:spPr>
      </p:pic>
      <p:sp>
        <p:nvSpPr>
          <p:cNvPr id="12" name="object 12"/>
          <p:cNvSpPr txBox="1"/>
          <p:nvPr/>
        </p:nvSpPr>
        <p:spPr>
          <a:xfrm>
            <a:off x="1433313" y="1806575"/>
            <a:ext cx="3141345" cy="9550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indent="-267970" marL="28067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egoe UI"/>
              <a:buAutoNum type="arabicPlain"/>
              <a:tabLst>
                <a:tab algn="l" pos="280670"/>
              </a:tabLst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Open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Services.msc</a:t>
            </a:r>
            <a:r>
              <a:rPr b="1"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from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Run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prompt</a:t>
            </a:r>
            <a:endParaRPr sz="1350">
              <a:latin typeface="Segoe UI"/>
              <a:cs typeface="Segoe UI"/>
            </a:endParaRPr>
          </a:p>
          <a:p>
            <a:pPr indent="-267970" marL="280670">
              <a:lnSpc>
                <a:spcPct val="100000"/>
              </a:lnSpc>
              <a:spcBef>
                <a:spcPts val="1230"/>
              </a:spcBef>
              <a:buClr>
                <a:srgbClr val="FFFFFF"/>
              </a:buClr>
              <a:buFont typeface="Segoe UI"/>
              <a:buAutoNum type="arabicPlain"/>
              <a:tabLst>
                <a:tab algn="l" pos="280670"/>
              </a:tabLst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Locate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SNMP Service</a:t>
            </a:r>
            <a:r>
              <a:rPr b="1" dirty="0" spc="-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in the 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list</a:t>
            </a:r>
            <a:endParaRPr sz="1350">
              <a:latin typeface="Segoe UI"/>
              <a:cs typeface="Segoe UI"/>
            </a:endParaRPr>
          </a:p>
          <a:p>
            <a:pPr indent="-267970" marL="280670">
              <a:lnSpc>
                <a:spcPct val="100000"/>
              </a:lnSpc>
              <a:spcBef>
                <a:spcPts val="1230"/>
              </a:spcBef>
              <a:buClr>
                <a:srgbClr val="FFFFFF"/>
              </a:buClr>
              <a:buFont typeface="Segoe UI"/>
              <a:buAutoNum type="arabicPlain"/>
              <a:tabLst>
                <a:tab algn="l" pos="280670"/>
              </a:tabLst>
            </a:pP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Right-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click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select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pc="-10" sz="1350">
                <a:solidFill>
                  <a:srgbClr val="333333"/>
                </a:solidFill>
                <a:latin typeface="Segoe UI"/>
                <a:cs typeface="Segoe UI"/>
              </a:rPr>
              <a:t>Properties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09599" y="3105149"/>
            <a:ext cx="609600" cy="609600"/>
            <a:chOff x="609599" y="3105149"/>
            <a:chExt cx="609600" cy="609600"/>
          </a:xfrm>
        </p:grpSpPr>
        <p:sp>
          <p:nvSpPr>
            <p:cNvPr id="14" name="object 14"/>
            <p:cNvSpPr/>
            <p:nvPr/>
          </p:nvSpPr>
          <p:spPr>
            <a:xfrm>
              <a:off x="619124" y="311467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9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6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8"/>
                  </a:lnTo>
                  <a:lnTo>
                    <a:pt x="17260" y="195799"/>
                  </a:lnTo>
                  <a:lnTo>
                    <a:pt x="34865" y="156082"/>
                  </a:lnTo>
                  <a:lnTo>
                    <a:pt x="58107" y="119379"/>
                  </a:lnTo>
                  <a:lnTo>
                    <a:pt x="86484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2"/>
                  </a:lnTo>
                  <a:lnTo>
                    <a:pt x="573289" y="195799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80"/>
                  </a:lnTo>
                  <a:lnTo>
                    <a:pt x="573289" y="394750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6"/>
                  </a:lnTo>
                  <a:lnTo>
                    <a:pt x="471170" y="532442"/>
                  </a:lnTo>
                  <a:lnTo>
                    <a:pt x="434466" y="555684"/>
                  </a:lnTo>
                  <a:lnTo>
                    <a:pt x="394750" y="573289"/>
                  </a:lnTo>
                  <a:lnTo>
                    <a:pt x="352880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19124" y="311467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6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0" y="581701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6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1" y="440817"/>
                  </a:lnTo>
                  <a:lnTo>
                    <a:pt x="19784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5"/>
                  </a:lnTo>
                  <a:lnTo>
                    <a:pt x="14903" y="202649"/>
                  </a:lnTo>
                  <a:lnTo>
                    <a:pt x="31527" y="162517"/>
                  </a:lnTo>
                  <a:lnTo>
                    <a:pt x="53863" y="125250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1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800"/>
                  </a:lnTo>
                  <a:lnTo>
                    <a:pt x="295274" y="0"/>
                  </a:lnTo>
                  <a:lnTo>
                    <a:pt x="302523" y="89"/>
                  </a:lnTo>
                  <a:lnTo>
                    <a:pt x="345753" y="4346"/>
                  </a:lnTo>
                  <a:lnTo>
                    <a:pt x="387899" y="14903"/>
                  </a:lnTo>
                  <a:lnTo>
                    <a:pt x="428031" y="31526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3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6" name="object 16"/>
            <p:cNvSpPr/>
            <p:nvPr/>
          </p:nvSpPr>
          <p:spPr>
            <a:xfrm>
              <a:off x="770140" y="3294265"/>
              <a:ext cx="288925" cy="231775"/>
            </a:xfrm>
            <a:custGeom>
              <a:avLst/>
              <a:gdLst/>
              <a:ahLst/>
              <a:cxnLst/>
              <a:rect b="b" l="l" r="r" t="t"/>
              <a:pathLst>
                <a:path h="231775" w="288925">
                  <a:moveTo>
                    <a:pt x="274453" y="231368"/>
                  </a:moveTo>
                  <a:lnTo>
                    <a:pt x="848" y="16877"/>
                  </a:lnTo>
                  <a:lnTo>
                    <a:pt x="0" y="10135"/>
                  </a:lnTo>
                  <a:lnTo>
                    <a:pt x="7322" y="848"/>
                  </a:lnTo>
                  <a:lnTo>
                    <a:pt x="14064" y="0"/>
                  </a:lnTo>
                  <a:lnTo>
                    <a:pt x="84430" y="55185"/>
                  </a:lnTo>
                  <a:lnTo>
                    <a:pt x="203031" y="55185"/>
                  </a:lnTo>
                  <a:lnTo>
                    <a:pt x="211350" y="69664"/>
                  </a:lnTo>
                  <a:lnTo>
                    <a:pt x="215696" y="94252"/>
                  </a:lnTo>
                  <a:lnTo>
                    <a:pt x="215696" y="102646"/>
                  </a:lnTo>
                  <a:lnTo>
                    <a:pt x="217121" y="118210"/>
                  </a:lnTo>
                  <a:lnTo>
                    <a:pt x="221299" y="133124"/>
                  </a:lnTo>
                  <a:lnTo>
                    <a:pt x="228090" y="147043"/>
                  </a:lnTo>
                  <a:lnTo>
                    <a:pt x="237351" y="159618"/>
                  </a:lnTo>
                  <a:lnTo>
                    <a:pt x="244405" y="167520"/>
                  </a:lnTo>
                  <a:lnTo>
                    <a:pt x="245343" y="173548"/>
                  </a:lnTo>
                  <a:lnTo>
                    <a:pt x="242753" y="179263"/>
                  </a:lnTo>
                  <a:lnTo>
                    <a:pt x="287669" y="214491"/>
                  </a:lnTo>
                  <a:lnTo>
                    <a:pt x="288518" y="221232"/>
                  </a:lnTo>
                  <a:lnTo>
                    <a:pt x="281195" y="230519"/>
                  </a:lnTo>
                  <a:lnTo>
                    <a:pt x="274453" y="231368"/>
                  </a:lnTo>
                  <a:close/>
                </a:path>
                <a:path h="231775" w="288925">
                  <a:moveTo>
                    <a:pt x="203031" y="55185"/>
                  </a:moveTo>
                  <a:lnTo>
                    <a:pt x="84430" y="55185"/>
                  </a:lnTo>
                  <a:lnTo>
                    <a:pt x="93203" y="44279"/>
                  </a:lnTo>
                  <a:lnTo>
                    <a:pt x="103919" y="35277"/>
                  </a:lnTo>
                  <a:lnTo>
                    <a:pt x="116275" y="28494"/>
                  </a:lnTo>
                  <a:lnTo>
                    <a:pt x="129971" y="24244"/>
                  </a:lnTo>
                  <a:lnTo>
                    <a:pt x="129971" y="7768"/>
                  </a:lnTo>
                  <a:lnTo>
                    <a:pt x="136356" y="1384"/>
                  </a:lnTo>
                  <a:lnTo>
                    <a:pt x="152161" y="1384"/>
                  </a:lnTo>
                  <a:lnTo>
                    <a:pt x="158546" y="7768"/>
                  </a:lnTo>
                  <a:lnTo>
                    <a:pt x="158546" y="24244"/>
                  </a:lnTo>
                  <a:lnTo>
                    <a:pt x="181226" y="33111"/>
                  </a:lnTo>
                  <a:lnTo>
                    <a:pt x="199344" y="48767"/>
                  </a:lnTo>
                  <a:lnTo>
                    <a:pt x="203031" y="55185"/>
                  </a:lnTo>
                  <a:close/>
                </a:path>
                <a:path h="231775" w="288925">
                  <a:moveTo>
                    <a:pt x="182746" y="187121"/>
                  </a:moveTo>
                  <a:lnTo>
                    <a:pt x="52908" y="187121"/>
                  </a:lnTo>
                  <a:lnTo>
                    <a:pt x="47773" y="183862"/>
                  </a:lnTo>
                  <a:lnTo>
                    <a:pt x="43226" y="173548"/>
                  </a:lnTo>
                  <a:lnTo>
                    <a:pt x="44152" y="167520"/>
                  </a:lnTo>
                  <a:lnTo>
                    <a:pt x="51199" y="159618"/>
                  </a:lnTo>
                  <a:lnTo>
                    <a:pt x="60446" y="147043"/>
                  </a:lnTo>
                  <a:lnTo>
                    <a:pt x="67226" y="133124"/>
                  </a:lnTo>
                  <a:lnTo>
                    <a:pt x="71399" y="118210"/>
                  </a:lnTo>
                  <a:lnTo>
                    <a:pt x="72821" y="102646"/>
                  </a:lnTo>
                  <a:lnTo>
                    <a:pt x="72821" y="100548"/>
                  </a:lnTo>
                  <a:lnTo>
                    <a:pt x="182746" y="187121"/>
                  </a:lnTo>
                  <a:close/>
                </a:path>
                <a:path h="231775" w="288925">
                  <a:moveTo>
                    <a:pt x="151849" y="229984"/>
                  </a:moveTo>
                  <a:lnTo>
                    <a:pt x="136668" y="229984"/>
                  </a:lnTo>
                  <a:lnTo>
                    <a:pt x="129391" y="226992"/>
                  </a:lnTo>
                  <a:lnTo>
                    <a:pt x="118675" y="216277"/>
                  </a:lnTo>
                  <a:lnTo>
                    <a:pt x="115684" y="208999"/>
                  </a:lnTo>
                  <a:lnTo>
                    <a:pt x="115684" y="201409"/>
                  </a:lnTo>
                  <a:lnTo>
                    <a:pt x="172834" y="201409"/>
                  </a:lnTo>
                  <a:lnTo>
                    <a:pt x="172834" y="208999"/>
                  </a:lnTo>
                  <a:lnTo>
                    <a:pt x="169842" y="216277"/>
                  </a:lnTo>
                  <a:lnTo>
                    <a:pt x="159127" y="226992"/>
                  </a:lnTo>
                  <a:lnTo>
                    <a:pt x="151849" y="22998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17" name="object 17"/>
          <p:cNvSpPr txBox="1"/>
          <p:nvPr/>
        </p:nvSpPr>
        <p:spPr>
          <a:xfrm>
            <a:off x="1358899" y="3111500"/>
            <a:ext cx="2334260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Modifying</a:t>
            </a:r>
            <a:r>
              <a:rPr dirty="0" spc="-2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SNMP</a:t>
            </a:r>
            <a:r>
              <a:rPr dirty="0" spc="-2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Traps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18" name="object 18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1371599" y="3495674"/>
            <a:ext cx="247650" cy="247649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cstate="print" r:embed="rId4"/>
          <a:stretch>
            <a:fillRect/>
          </a:stretch>
        </p:blipFill>
        <p:spPr>
          <a:xfrm>
            <a:off x="1371599" y="3990974"/>
            <a:ext cx="247650" cy="247649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1431974" y="3997325"/>
            <a:ext cx="124460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350">
                <a:solidFill>
                  <a:srgbClr val="FFFFFF"/>
                </a:solidFill>
                <a:latin typeface="Segoe UI"/>
                <a:cs typeface="Segoe UI"/>
              </a:rPr>
              <a:t>2</a:t>
            </a:r>
            <a:endParaRPr sz="1350">
              <a:latin typeface="Segoe UI"/>
              <a:cs typeface="Segoe UI"/>
            </a:endParaRPr>
          </a:p>
        </p:txBody>
      </p:sp>
      <p:pic>
        <p:nvPicPr>
          <p:cNvPr id="21" name="object 21"/>
          <p:cNvPicPr/>
          <p:nvPr/>
        </p:nvPicPr>
        <p:blipFill>
          <a:blip cstate="print" r:embed="rId5"/>
          <a:stretch>
            <a:fillRect/>
          </a:stretch>
        </p:blipFill>
        <p:spPr>
          <a:xfrm>
            <a:off x="1371599" y="4619624"/>
            <a:ext cx="228599" cy="247649"/>
          </a:xfrm>
          <a:prstGeom prst="rect">
            <a:avLst/>
          </a:prstGeom>
        </p:spPr>
      </p:pic>
      <p:sp>
        <p:nvSpPr>
          <p:cNvPr id="22" name="object 22"/>
          <p:cNvSpPr txBox="1"/>
          <p:nvPr/>
        </p:nvSpPr>
        <p:spPr>
          <a:xfrm>
            <a:off x="1424533" y="4625975"/>
            <a:ext cx="124460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50" sz="135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433313" y="3502025"/>
            <a:ext cx="4284980" cy="14884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280670"/>
              </a:tabLst>
            </a:pPr>
            <a:r>
              <a:rPr b="1" dirty="0" spc="-50" sz="1350">
                <a:solidFill>
                  <a:srgbClr val="FFFFFF"/>
                </a:solidFill>
                <a:latin typeface="Segoe UI"/>
                <a:cs typeface="Segoe UI"/>
              </a:rPr>
              <a:t>1</a:t>
            </a:r>
            <a:r>
              <a:rPr b="1" dirty="0" sz="13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Click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the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pc="-20" sz="1350">
                <a:solidFill>
                  <a:srgbClr val="333333"/>
                </a:solidFill>
                <a:latin typeface="Segoe UI"/>
                <a:cs typeface="Segoe UI"/>
              </a:rPr>
              <a:t>Traps</a:t>
            </a:r>
            <a:r>
              <a:rPr b="1"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tab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SNMP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Properties</a:t>
            </a:r>
            <a:endParaRPr sz="1350">
              <a:latin typeface="Segoe UI"/>
              <a:cs typeface="Segoe UI"/>
            </a:endParaRPr>
          </a:p>
          <a:p>
            <a:pPr marL="278130" marR="5080">
              <a:lnSpc>
                <a:spcPct val="129600"/>
              </a:lnSpc>
              <a:spcBef>
                <a:spcPts val="750"/>
              </a:spcBef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Edit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or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remove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traps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related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8080,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7070,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and 443</a:t>
            </a:r>
            <a:endParaRPr sz="1350">
              <a:latin typeface="Segoe UI"/>
              <a:cs typeface="Segoe UI"/>
            </a:endParaRPr>
          </a:p>
          <a:p>
            <a:pPr marL="262890" marR="15240">
              <a:lnSpc>
                <a:spcPct val="129600"/>
              </a:lnSpc>
              <a:spcBef>
                <a:spcPts val="750"/>
              </a:spcBef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Modify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Community</a:t>
            </a:r>
            <a:r>
              <a:rPr b="1"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names</a:t>
            </a:r>
            <a:r>
              <a:rPr b="1"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and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pc="-10" sz="1350">
                <a:solidFill>
                  <a:srgbClr val="333333"/>
                </a:solidFill>
                <a:latin typeface="Segoe UI"/>
                <a:cs typeface="Segoe UI"/>
              </a:rPr>
              <a:t>Trap</a:t>
            </a:r>
            <a:r>
              <a:rPr b="1"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destinations</a:t>
            </a:r>
            <a:r>
              <a:rPr b="1"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if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needed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6210299" y="4171949"/>
            <a:ext cx="5372100" cy="1905000"/>
            <a:chOff x="6210299" y="4171949"/>
            <a:chExt cx="5372100" cy="1905000"/>
          </a:xfrm>
        </p:grpSpPr>
        <p:sp>
          <p:nvSpPr>
            <p:cNvPr id="25" name="object 25"/>
            <p:cNvSpPr/>
            <p:nvPr/>
          </p:nvSpPr>
          <p:spPr>
            <a:xfrm>
              <a:off x="6210299" y="4171949"/>
              <a:ext cx="5372100" cy="1905000"/>
            </a:xfrm>
            <a:custGeom>
              <a:avLst/>
              <a:gdLst/>
              <a:ahLst/>
              <a:cxnLst/>
              <a:rect b="b" l="l" r="r" t="t"/>
              <a:pathLst>
                <a:path h="1905000" w="5372100">
                  <a:moveTo>
                    <a:pt x="5295899" y="1904999"/>
                  </a:moveTo>
                  <a:lnTo>
                    <a:pt x="76199" y="1904999"/>
                  </a:lnTo>
                  <a:lnTo>
                    <a:pt x="68693" y="1904637"/>
                  </a:lnTo>
                  <a:lnTo>
                    <a:pt x="27881" y="1887732"/>
                  </a:lnTo>
                  <a:lnTo>
                    <a:pt x="3262" y="1850885"/>
                  </a:lnTo>
                  <a:lnTo>
                    <a:pt x="0" y="1828799"/>
                  </a:lnTo>
                  <a:lnTo>
                    <a:pt x="0" y="76199"/>
                  </a:lnTo>
                  <a:lnTo>
                    <a:pt x="12829" y="33857"/>
                  </a:lnTo>
                  <a:lnTo>
                    <a:pt x="47038" y="5799"/>
                  </a:lnTo>
                  <a:lnTo>
                    <a:pt x="76199" y="0"/>
                  </a:lnTo>
                  <a:lnTo>
                    <a:pt x="5295899" y="0"/>
                  </a:lnTo>
                  <a:lnTo>
                    <a:pt x="5338240" y="12829"/>
                  </a:lnTo>
                  <a:lnTo>
                    <a:pt x="5366298" y="47039"/>
                  </a:lnTo>
                  <a:lnTo>
                    <a:pt x="5372099" y="76199"/>
                  </a:lnTo>
                  <a:lnTo>
                    <a:pt x="5372099" y="1828799"/>
                  </a:lnTo>
                  <a:lnTo>
                    <a:pt x="5359268" y="1871141"/>
                  </a:lnTo>
                  <a:lnTo>
                    <a:pt x="5325059" y="1899198"/>
                  </a:lnTo>
                  <a:lnTo>
                    <a:pt x="5295899" y="19049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6210287" y="4171949"/>
              <a:ext cx="5372100" cy="1905000"/>
            </a:xfrm>
            <a:custGeom>
              <a:avLst/>
              <a:gdLst/>
              <a:ahLst/>
              <a:cxnLst/>
              <a:rect b="b" l="l" r="r" t="t"/>
              <a:pathLst>
                <a:path h="1905000" w="5372100">
                  <a:moveTo>
                    <a:pt x="19050" y="1727809"/>
                  </a:moveTo>
                  <a:lnTo>
                    <a:pt x="0" y="1727809"/>
                  </a:lnTo>
                  <a:lnTo>
                    <a:pt x="0" y="1784959"/>
                  </a:lnTo>
                  <a:lnTo>
                    <a:pt x="19050" y="1784959"/>
                  </a:lnTo>
                  <a:lnTo>
                    <a:pt x="19050" y="1727809"/>
                  </a:lnTo>
                  <a:close/>
                </a:path>
                <a:path h="1905000" w="5372100">
                  <a:moveTo>
                    <a:pt x="19050" y="1632750"/>
                  </a:moveTo>
                  <a:lnTo>
                    <a:pt x="0" y="1632750"/>
                  </a:lnTo>
                  <a:lnTo>
                    <a:pt x="0" y="1689900"/>
                  </a:lnTo>
                  <a:lnTo>
                    <a:pt x="19050" y="1689900"/>
                  </a:lnTo>
                  <a:lnTo>
                    <a:pt x="19050" y="1632750"/>
                  </a:lnTo>
                  <a:close/>
                </a:path>
                <a:path h="1905000" w="5372100">
                  <a:moveTo>
                    <a:pt x="19050" y="1537690"/>
                  </a:moveTo>
                  <a:lnTo>
                    <a:pt x="0" y="1537690"/>
                  </a:lnTo>
                  <a:lnTo>
                    <a:pt x="0" y="1594840"/>
                  </a:lnTo>
                  <a:lnTo>
                    <a:pt x="19050" y="1594840"/>
                  </a:lnTo>
                  <a:lnTo>
                    <a:pt x="19050" y="1537690"/>
                  </a:lnTo>
                  <a:close/>
                </a:path>
                <a:path h="1905000" w="5372100">
                  <a:moveTo>
                    <a:pt x="19050" y="1442631"/>
                  </a:moveTo>
                  <a:lnTo>
                    <a:pt x="0" y="1442631"/>
                  </a:lnTo>
                  <a:lnTo>
                    <a:pt x="0" y="1499781"/>
                  </a:lnTo>
                  <a:lnTo>
                    <a:pt x="19050" y="1499781"/>
                  </a:lnTo>
                  <a:lnTo>
                    <a:pt x="19050" y="1442631"/>
                  </a:lnTo>
                  <a:close/>
                </a:path>
                <a:path h="1905000" w="5372100">
                  <a:moveTo>
                    <a:pt x="19050" y="1347571"/>
                  </a:moveTo>
                  <a:lnTo>
                    <a:pt x="0" y="1347571"/>
                  </a:lnTo>
                  <a:lnTo>
                    <a:pt x="0" y="1404721"/>
                  </a:lnTo>
                  <a:lnTo>
                    <a:pt x="19050" y="1404721"/>
                  </a:lnTo>
                  <a:lnTo>
                    <a:pt x="19050" y="1347571"/>
                  </a:lnTo>
                  <a:close/>
                </a:path>
                <a:path h="1905000" w="5372100">
                  <a:moveTo>
                    <a:pt x="19050" y="1252499"/>
                  </a:moveTo>
                  <a:lnTo>
                    <a:pt x="0" y="1252499"/>
                  </a:lnTo>
                  <a:lnTo>
                    <a:pt x="0" y="1309649"/>
                  </a:lnTo>
                  <a:lnTo>
                    <a:pt x="19050" y="1309649"/>
                  </a:lnTo>
                  <a:lnTo>
                    <a:pt x="19050" y="1252499"/>
                  </a:lnTo>
                  <a:close/>
                </a:path>
                <a:path h="1905000" w="5372100">
                  <a:moveTo>
                    <a:pt x="19050" y="1157439"/>
                  </a:moveTo>
                  <a:lnTo>
                    <a:pt x="0" y="1157439"/>
                  </a:lnTo>
                  <a:lnTo>
                    <a:pt x="0" y="1214589"/>
                  </a:lnTo>
                  <a:lnTo>
                    <a:pt x="19050" y="1214589"/>
                  </a:lnTo>
                  <a:lnTo>
                    <a:pt x="19050" y="1157439"/>
                  </a:lnTo>
                  <a:close/>
                </a:path>
                <a:path h="1905000" w="5372100">
                  <a:moveTo>
                    <a:pt x="19050" y="1062380"/>
                  </a:moveTo>
                  <a:lnTo>
                    <a:pt x="0" y="1062380"/>
                  </a:lnTo>
                  <a:lnTo>
                    <a:pt x="0" y="1119530"/>
                  </a:lnTo>
                  <a:lnTo>
                    <a:pt x="19050" y="1119530"/>
                  </a:lnTo>
                  <a:lnTo>
                    <a:pt x="19050" y="1062380"/>
                  </a:lnTo>
                  <a:close/>
                </a:path>
                <a:path h="1905000" w="5372100">
                  <a:moveTo>
                    <a:pt x="19050" y="967320"/>
                  </a:moveTo>
                  <a:lnTo>
                    <a:pt x="0" y="967320"/>
                  </a:lnTo>
                  <a:lnTo>
                    <a:pt x="0" y="1024470"/>
                  </a:lnTo>
                  <a:lnTo>
                    <a:pt x="19050" y="1024470"/>
                  </a:lnTo>
                  <a:lnTo>
                    <a:pt x="19050" y="967320"/>
                  </a:lnTo>
                  <a:close/>
                </a:path>
                <a:path h="1905000" w="5372100">
                  <a:moveTo>
                    <a:pt x="19050" y="872261"/>
                  </a:moveTo>
                  <a:lnTo>
                    <a:pt x="0" y="872261"/>
                  </a:lnTo>
                  <a:lnTo>
                    <a:pt x="0" y="929411"/>
                  </a:lnTo>
                  <a:lnTo>
                    <a:pt x="19050" y="929411"/>
                  </a:lnTo>
                  <a:lnTo>
                    <a:pt x="19050" y="872261"/>
                  </a:lnTo>
                  <a:close/>
                </a:path>
                <a:path h="1905000" w="5372100">
                  <a:moveTo>
                    <a:pt x="19050" y="777201"/>
                  </a:moveTo>
                  <a:lnTo>
                    <a:pt x="0" y="777201"/>
                  </a:lnTo>
                  <a:lnTo>
                    <a:pt x="0" y="834351"/>
                  </a:lnTo>
                  <a:lnTo>
                    <a:pt x="19050" y="834351"/>
                  </a:lnTo>
                  <a:lnTo>
                    <a:pt x="19050" y="777201"/>
                  </a:lnTo>
                  <a:close/>
                </a:path>
                <a:path h="1905000" w="5372100">
                  <a:moveTo>
                    <a:pt x="19050" y="682142"/>
                  </a:moveTo>
                  <a:lnTo>
                    <a:pt x="0" y="682142"/>
                  </a:lnTo>
                  <a:lnTo>
                    <a:pt x="0" y="739292"/>
                  </a:lnTo>
                  <a:lnTo>
                    <a:pt x="19050" y="739292"/>
                  </a:lnTo>
                  <a:lnTo>
                    <a:pt x="19050" y="682142"/>
                  </a:lnTo>
                  <a:close/>
                </a:path>
                <a:path h="1905000" w="5372100">
                  <a:moveTo>
                    <a:pt x="19050" y="587082"/>
                  </a:moveTo>
                  <a:lnTo>
                    <a:pt x="0" y="587082"/>
                  </a:lnTo>
                  <a:lnTo>
                    <a:pt x="0" y="644232"/>
                  </a:lnTo>
                  <a:lnTo>
                    <a:pt x="19050" y="644232"/>
                  </a:lnTo>
                  <a:lnTo>
                    <a:pt x="19050" y="587082"/>
                  </a:lnTo>
                  <a:close/>
                </a:path>
                <a:path h="1905000" w="5372100">
                  <a:moveTo>
                    <a:pt x="19050" y="492023"/>
                  </a:moveTo>
                  <a:lnTo>
                    <a:pt x="0" y="492023"/>
                  </a:lnTo>
                  <a:lnTo>
                    <a:pt x="0" y="549173"/>
                  </a:lnTo>
                  <a:lnTo>
                    <a:pt x="19050" y="549173"/>
                  </a:lnTo>
                  <a:lnTo>
                    <a:pt x="19050" y="492023"/>
                  </a:lnTo>
                  <a:close/>
                </a:path>
                <a:path h="1905000" w="5372100">
                  <a:moveTo>
                    <a:pt x="19050" y="396963"/>
                  </a:moveTo>
                  <a:lnTo>
                    <a:pt x="0" y="396963"/>
                  </a:lnTo>
                  <a:lnTo>
                    <a:pt x="0" y="454113"/>
                  </a:lnTo>
                  <a:lnTo>
                    <a:pt x="19050" y="454113"/>
                  </a:lnTo>
                  <a:lnTo>
                    <a:pt x="19050" y="396963"/>
                  </a:lnTo>
                  <a:close/>
                </a:path>
                <a:path h="1905000" w="5372100">
                  <a:moveTo>
                    <a:pt x="19050" y="301891"/>
                  </a:moveTo>
                  <a:lnTo>
                    <a:pt x="0" y="301891"/>
                  </a:lnTo>
                  <a:lnTo>
                    <a:pt x="0" y="359041"/>
                  </a:lnTo>
                  <a:lnTo>
                    <a:pt x="19050" y="359041"/>
                  </a:lnTo>
                  <a:lnTo>
                    <a:pt x="19050" y="301891"/>
                  </a:lnTo>
                  <a:close/>
                </a:path>
                <a:path h="1905000" w="5372100">
                  <a:moveTo>
                    <a:pt x="19050" y="206832"/>
                  </a:moveTo>
                  <a:lnTo>
                    <a:pt x="0" y="206832"/>
                  </a:lnTo>
                  <a:lnTo>
                    <a:pt x="0" y="263982"/>
                  </a:lnTo>
                  <a:lnTo>
                    <a:pt x="19050" y="263982"/>
                  </a:lnTo>
                  <a:lnTo>
                    <a:pt x="19050" y="206832"/>
                  </a:lnTo>
                  <a:close/>
                </a:path>
                <a:path h="1905000" w="5372100">
                  <a:moveTo>
                    <a:pt x="19050" y="111772"/>
                  </a:moveTo>
                  <a:lnTo>
                    <a:pt x="0" y="111772"/>
                  </a:lnTo>
                  <a:lnTo>
                    <a:pt x="0" y="168922"/>
                  </a:lnTo>
                  <a:lnTo>
                    <a:pt x="19050" y="168922"/>
                  </a:lnTo>
                  <a:lnTo>
                    <a:pt x="19050" y="111772"/>
                  </a:lnTo>
                  <a:close/>
                </a:path>
                <a:path h="1905000" w="5372100">
                  <a:moveTo>
                    <a:pt x="35293" y="1868716"/>
                  </a:moveTo>
                  <a:lnTo>
                    <a:pt x="30441" y="1863852"/>
                  </a:lnTo>
                  <a:lnTo>
                    <a:pt x="26301" y="1857679"/>
                  </a:lnTo>
                  <a:lnTo>
                    <a:pt x="20510" y="1843671"/>
                  </a:lnTo>
                  <a:lnTo>
                    <a:pt x="19050" y="1836305"/>
                  </a:lnTo>
                  <a:lnTo>
                    <a:pt x="19050" y="1822869"/>
                  </a:lnTo>
                  <a:lnTo>
                    <a:pt x="0" y="1822869"/>
                  </a:lnTo>
                  <a:lnTo>
                    <a:pt x="0" y="1828800"/>
                  </a:lnTo>
                  <a:lnTo>
                    <a:pt x="368" y="1836305"/>
                  </a:lnTo>
                  <a:lnTo>
                    <a:pt x="17272" y="1877123"/>
                  </a:lnTo>
                  <a:lnTo>
                    <a:pt x="21691" y="1881987"/>
                  </a:lnTo>
                  <a:lnTo>
                    <a:pt x="35293" y="1868716"/>
                  </a:lnTo>
                  <a:close/>
                </a:path>
                <a:path h="1905000" w="5372100">
                  <a:moveTo>
                    <a:pt x="40424" y="31165"/>
                  </a:moveTo>
                  <a:lnTo>
                    <a:pt x="28841" y="16573"/>
                  </a:lnTo>
                  <a:lnTo>
                    <a:pt x="27889" y="17272"/>
                  </a:lnTo>
                  <a:lnTo>
                    <a:pt x="22326" y="22326"/>
                  </a:lnTo>
                  <a:lnTo>
                    <a:pt x="5702" y="47332"/>
                  </a:lnTo>
                  <a:lnTo>
                    <a:pt x="3263" y="54114"/>
                  </a:lnTo>
                  <a:lnTo>
                    <a:pt x="1460" y="61341"/>
                  </a:lnTo>
                  <a:lnTo>
                    <a:pt x="381" y="68630"/>
                  </a:lnTo>
                  <a:lnTo>
                    <a:pt x="127" y="73672"/>
                  </a:lnTo>
                  <a:lnTo>
                    <a:pt x="19050" y="74295"/>
                  </a:lnTo>
                  <a:lnTo>
                    <a:pt x="19050" y="68630"/>
                  </a:lnTo>
                  <a:lnTo>
                    <a:pt x="20510" y="61341"/>
                  </a:lnTo>
                  <a:lnTo>
                    <a:pt x="26301" y="47332"/>
                  </a:lnTo>
                  <a:lnTo>
                    <a:pt x="30441" y="41148"/>
                  </a:lnTo>
                  <a:lnTo>
                    <a:pt x="35788" y="35788"/>
                  </a:lnTo>
                  <a:lnTo>
                    <a:pt x="40424" y="31165"/>
                  </a:lnTo>
                  <a:close/>
                </a:path>
                <a:path h="1905000" w="5372100">
                  <a:moveTo>
                    <a:pt x="118427" y="1885950"/>
                  </a:moveTo>
                  <a:lnTo>
                    <a:pt x="68630" y="1885950"/>
                  </a:lnTo>
                  <a:lnTo>
                    <a:pt x="63639" y="1884959"/>
                  </a:lnTo>
                  <a:lnTo>
                    <a:pt x="59588" y="1903120"/>
                  </a:lnTo>
                  <a:lnTo>
                    <a:pt x="61341" y="1903552"/>
                  </a:lnTo>
                  <a:lnTo>
                    <a:pt x="68694" y="1904644"/>
                  </a:lnTo>
                  <a:lnTo>
                    <a:pt x="76200" y="1905000"/>
                  </a:lnTo>
                  <a:lnTo>
                    <a:pt x="118427" y="1905000"/>
                  </a:lnTo>
                  <a:lnTo>
                    <a:pt x="118427" y="1885950"/>
                  </a:lnTo>
                  <a:close/>
                </a:path>
                <a:path h="1905000" w="5372100">
                  <a:moveTo>
                    <a:pt x="133350" y="0"/>
                  </a:moveTo>
                  <a:lnTo>
                    <a:pt x="76200" y="0"/>
                  </a:lnTo>
                  <a:lnTo>
                    <a:pt x="68897" y="355"/>
                  </a:lnTo>
                  <a:lnTo>
                    <a:pt x="70700" y="19050"/>
                  </a:lnTo>
                  <a:lnTo>
                    <a:pt x="133350" y="19050"/>
                  </a:lnTo>
                  <a:lnTo>
                    <a:pt x="133350" y="0"/>
                  </a:lnTo>
                  <a:close/>
                </a:path>
                <a:path h="1905000" w="5372100">
                  <a:moveTo>
                    <a:pt x="213487" y="1885950"/>
                  </a:moveTo>
                  <a:lnTo>
                    <a:pt x="156337" y="1885950"/>
                  </a:lnTo>
                  <a:lnTo>
                    <a:pt x="156337" y="1905000"/>
                  </a:lnTo>
                  <a:lnTo>
                    <a:pt x="213487" y="1905000"/>
                  </a:lnTo>
                  <a:lnTo>
                    <a:pt x="213487" y="1885950"/>
                  </a:lnTo>
                  <a:close/>
                </a:path>
                <a:path h="1905000" w="5372100">
                  <a:moveTo>
                    <a:pt x="228422" y="0"/>
                  </a:moveTo>
                  <a:lnTo>
                    <a:pt x="171272" y="0"/>
                  </a:lnTo>
                  <a:lnTo>
                    <a:pt x="171272" y="19050"/>
                  </a:lnTo>
                  <a:lnTo>
                    <a:pt x="228422" y="19050"/>
                  </a:lnTo>
                  <a:lnTo>
                    <a:pt x="228422" y="0"/>
                  </a:lnTo>
                  <a:close/>
                </a:path>
                <a:path h="1905000" w="5372100">
                  <a:moveTo>
                    <a:pt x="308546" y="1885950"/>
                  </a:moveTo>
                  <a:lnTo>
                    <a:pt x="251396" y="1885950"/>
                  </a:lnTo>
                  <a:lnTo>
                    <a:pt x="251396" y="1905000"/>
                  </a:lnTo>
                  <a:lnTo>
                    <a:pt x="308546" y="1905000"/>
                  </a:lnTo>
                  <a:lnTo>
                    <a:pt x="308546" y="1885950"/>
                  </a:lnTo>
                  <a:close/>
                </a:path>
                <a:path h="1905000" w="5372100">
                  <a:moveTo>
                    <a:pt x="323481" y="0"/>
                  </a:moveTo>
                  <a:lnTo>
                    <a:pt x="266331" y="0"/>
                  </a:lnTo>
                  <a:lnTo>
                    <a:pt x="266331" y="19050"/>
                  </a:lnTo>
                  <a:lnTo>
                    <a:pt x="323481" y="19050"/>
                  </a:lnTo>
                  <a:lnTo>
                    <a:pt x="323481" y="0"/>
                  </a:lnTo>
                  <a:close/>
                </a:path>
                <a:path h="1905000" w="5372100">
                  <a:moveTo>
                    <a:pt x="403606" y="1885950"/>
                  </a:moveTo>
                  <a:lnTo>
                    <a:pt x="346456" y="1885950"/>
                  </a:lnTo>
                  <a:lnTo>
                    <a:pt x="346456" y="1905000"/>
                  </a:lnTo>
                  <a:lnTo>
                    <a:pt x="403606" y="1905000"/>
                  </a:lnTo>
                  <a:lnTo>
                    <a:pt x="403606" y="1885950"/>
                  </a:lnTo>
                  <a:close/>
                </a:path>
                <a:path h="1905000" w="5372100">
                  <a:moveTo>
                    <a:pt x="418541" y="0"/>
                  </a:moveTo>
                  <a:lnTo>
                    <a:pt x="361391" y="0"/>
                  </a:lnTo>
                  <a:lnTo>
                    <a:pt x="361391" y="19050"/>
                  </a:lnTo>
                  <a:lnTo>
                    <a:pt x="418541" y="19050"/>
                  </a:lnTo>
                  <a:lnTo>
                    <a:pt x="418541" y="0"/>
                  </a:lnTo>
                  <a:close/>
                </a:path>
                <a:path h="1905000" w="5372100">
                  <a:moveTo>
                    <a:pt x="498665" y="1885950"/>
                  </a:moveTo>
                  <a:lnTo>
                    <a:pt x="441515" y="1885950"/>
                  </a:lnTo>
                  <a:lnTo>
                    <a:pt x="441515" y="1905000"/>
                  </a:lnTo>
                  <a:lnTo>
                    <a:pt x="498665" y="1905000"/>
                  </a:lnTo>
                  <a:lnTo>
                    <a:pt x="498665" y="1885950"/>
                  </a:lnTo>
                  <a:close/>
                </a:path>
                <a:path h="1905000" w="5372100">
                  <a:moveTo>
                    <a:pt x="513600" y="0"/>
                  </a:moveTo>
                  <a:lnTo>
                    <a:pt x="456450" y="0"/>
                  </a:lnTo>
                  <a:lnTo>
                    <a:pt x="456450" y="19050"/>
                  </a:lnTo>
                  <a:lnTo>
                    <a:pt x="513600" y="19050"/>
                  </a:lnTo>
                  <a:lnTo>
                    <a:pt x="513600" y="0"/>
                  </a:lnTo>
                  <a:close/>
                </a:path>
                <a:path h="1905000" w="5372100">
                  <a:moveTo>
                    <a:pt x="593725" y="1885950"/>
                  </a:moveTo>
                  <a:lnTo>
                    <a:pt x="536575" y="1885950"/>
                  </a:lnTo>
                  <a:lnTo>
                    <a:pt x="536575" y="1905000"/>
                  </a:lnTo>
                  <a:lnTo>
                    <a:pt x="593725" y="1905000"/>
                  </a:lnTo>
                  <a:lnTo>
                    <a:pt x="593725" y="1885950"/>
                  </a:lnTo>
                  <a:close/>
                </a:path>
                <a:path h="1905000" w="5372100">
                  <a:moveTo>
                    <a:pt x="608660" y="0"/>
                  </a:moveTo>
                  <a:lnTo>
                    <a:pt x="551510" y="0"/>
                  </a:lnTo>
                  <a:lnTo>
                    <a:pt x="551510" y="19050"/>
                  </a:lnTo>
                  <a:lnTo>
                    <a:pt x="608660" y="19050"/>
                  </a:lnTo>
                  <a:lnTo>
                    <a:pt x="608660" y="0"/>
                  </a:lnTo>
                  <a:close/>
                </a:path>
                <a:path h="1905000" w="5372100">
                  <a:moveTo>
                    <a:pt x="688784" y="1885950"/>
                  </a:moveTo>
                  <a:lnTo>
                    <a:pt x="631634" y="1885950"/>
                  </a:lnTo>
                  <a:lnTo>
                    <a:pt x="631634" y="1905000"/>
                  </a:lnTo>
                  <a:lnTo>
                    <a:pt x="688784" y="1905000"/>
                  </a:lnTo>
                  <a:lnTo>
                    <a:pt x="688784" y="1885950"/>
                  </a:lnTo>
                  <a:close/>
                </a:path>
                <a:path h="1905000" w="5372100">
                  <a:moveTo>
                    <a:pt x="703719" y="0"/>
                  </a:moveTo>
                  <a:lnTo>
                    <a:pt x="646569" y="0"/>
                  </a:lnTo>
                  <a:lnTo>
                    <a:pt x="646569" y="19050"/>
                  </a:lnTo>
                  <a:lnTo>
                    <a:pt x="703719" y="19050"/>
                  </a:lnTo>
                  <a:lnTo>
                    <a:pt x="703719" y="0"/>
                  </a:lnTo>
                  <a:close/>
                </a:path>
                <a:path h="1905000" w="5372100">
                  <a:moveTo>
                    <a:pt x="783844" y="1885950"/>
                  </a:moveTo>
                  <a:lnTo>
                    <a:pt x="726694" y="1885950"/>
                  </a:lnTo>
                  <a:lnTo>
                    <a:pt x="726694" y="1905000"/>
                  </a:lnTo>
                  <a:lnTo>
                    <a:pt x="783844" y="1905000"/>
                  </a:lnTo>
                  <a:lnTo>
                    <a:pt x="783844" y="1885950"/>
                  </a:lnTo>
                  <a:close/>
                </a:path>
                <a:path h="1905000" w="5372100">
                  <a:moveTo>
                    <a:pt x="798779" y="0"/>
                  </a:moveTo>
                  <a:lnTo>
                    <a:pt x="741629" y="0"/>
                  </a:lnTo>
                  <a:lnTo>
                    <a:pt x="741629" y="19050"/>
                  </a:lnTo>
                  <a:lnTo>
                    <a:pt x="798779" y="19050"/>
                  </a:lnTo>
                  <a:lnTo>
                    <a:pt x="798779" y="0"/>
                  </a:lnTo>
                  <a:close/>
                </a:path>
                <a:path h="1905000" w="5372100">
                  <a:moveTo>
                    <a:pt x="878903" y="1885950"/>
                  </a:moveTo>
                  <a:lnTo>
                    <a:pt x="821753" y="1885950"/>
                  </a:lnTo>
                  <a:lnTo>
                    <a:pt x="821753" y="1905000"/>
                  </a:lnTo>
                  <a:lnTo>
                    <a:pt x="878903" y="1905000"/>
                  </a:lnTo>
                  <a:lnTo>
                    <a:pt x="878903" y="1885950"/>
                  </a:lnTo>
                  <a:close/>
                </a:path>
                <a:path h="1905000" w="5372100">
                  <a:moveTo>
                    <a:pt x="893838" y="0"/>
                  </a:moveTo>
                  <a:lnTo>
                    <a:pt x="836688" y="0"/>
                  </a:lnTo>
                  <a:lnTo>
                    <a:pt x="836688" y="19050"/>
                  </a:lnTo>
                  <a:lnTo>
                    <a:pt x="893838" y="19050"/>
                  </a:lnTo>
                  <a:lnTo>
                    <a:pt x="893838" y="0"/>
                  </a:lnTo>
                  <a:close/>
                </a:path>
                <a:path h="1905000" w="5372100">
                  <a:moveTo>
                    <a:pt x="973963" y="1885950"/>
                  </a:moveTo>
                  <a:lnTo>
                    <a:pt x="916813" y="1885950"/>
                  </a:lnTo>
                  <a:lnTo>
                    <a:pt x="916813" y="1905000"/>
                  </a:lnTo>
                  <a:lnTo>
                    <a:pt x="973963" y="1905000"/>
                  </a:lnTo>
                  <a:lnTo>
                    <a:pt x="973963" y="1885950"/>
                  </a:lnTo>
                  <a:close/>
                </a:path>
                <a:path h="1905000" w="5372100">
                  <a:moveTo>
                    <a:pt x="988898" y="0"/>
                  </a:moveTo>
                  <a:lnTo>
                    <a:pt x="931748" y="0"/>
                  </a:lnTo>
                  <a:lnTo>
                    <a:pt x="931748" y="19050"/>
                  </a:lnTo>
                  <a:lnTo>
                    <a:pt x="988898" y="19050"/>
                  </a:lnTo>
                  <a:lnTo>
                    <a:pt x="988898" y="0"/>
                  </a:lnTo>
                  <a:close/>
                </a:path>
                <a:path h="1905000" w="5372100">
                  <a:moveTo>
                    <a:pt x="1069035" y="1885950"/>
                  </a:moveTo>
                  <a:lnTo>
                    <a:pt x="1011885" y="1885950"/>
                  </a:lnTo>
                  <a:lnTo>
                    <a:pt x="1011885" y="1905000"/>
                  </a:lnTo>
                  <a:lnTo>
                    <a:pt x="1069035" y="1905000"/>
                  </a:lnTo>
                  <a:lnTo>
                    <a:pt x="1069035" y="1885950"/>
                  </a:lnTo>
                  <a:close/>
                </a:path>
                <a:path h="1905000" w="5372100">
                  <a:moveTo>
                    <a:pt x="1083957" y="0"/>
                  </a:moveTo>
                  <a:lnTo>
                    <a:pt x="1026807" y="0"/>
                  </a:lnTo>
                  <a:lnTo>
                    <a:pt x="1026807" y="19050"/>
                  </a:lnTo>
                  <a:lnTo>
                    <a:pt x="1083957" y="19050"/>
                  </a:lnTo>
                  <a:lnTo>
                    <a:pt x="1083957" y="0"/>
                  </a:lnTo>
                  <a:close/>
                </a:path>
                <a:path h="1905000" w="5372100">
                  <a:moveTo>
                    <a:pt x="1164094" y="1885950"/>
                  </a:moveTo>
                  <a:lnTo>
                    <a:pt x="1106944" y="1885950"/>
                  </a:lnTo>
                  <a:lnTo>
                    <a:pt x="1106944" y="1905000"/>
                  </a:lnTo>
                  <a:lnTo>
                    <a:pt x="1164094" y="1905000"/>
                  </a:lnTo>
                  <a:lnTo>
                    <a:pt x="1164094" y="1885950"/>
                  </a:lnTo>
                  <a:close/>
                </a:path>
                <a:path h="1905000" w="5372100">
                  <a:moveTo>
                    <a:pt x="1179029" y="0"/>
                  </a:moveTo>
                  <a:lnTo>
                    <a:pt x="1121879" y="0"/>
                  </a:lnTo>
                  <a:lnTo>
                    <a:pt x="1121879" y="19050"/>
                  </a:lnTo>
                  <a:lnTo>
                    <a:pt x="1179029" y="19050"/>
                  </a:lnTo>
                  <a:lnTo>
                    <a:pt x="1179029" y="0"/>
                  </a:lnTo>
                  <a:close/>
                </a:path>
                <a:path h="1905000" w="5372100">
                  <a:moveTo>
                    <a:pt x="1259154" y="1885950"/>
                  </a:moveTo>
                  <a:lnTo>
                    <a:pt x="1202004" y="1885950"/>
                  </a:lnTo>
                  <a:lnTo>
                    <a:pt x="1202004" y="1905000"/>
                  </a:lnTo>
                  <a:lnTo>
                    <a:pt x="1259154" y="1905000"/>
                  </a:lnTo>
                  <a:lnTo>
                    <a:pt x="1259154" y="1885950"/>
                  </a:lnTo>
                  <a:close/>
                </a:path>
                <a:path h="1905000" w="5372100">
                  <a:moveTo>
                    <a:pt x="1274089" y="0"/>
                  </a:moveTo>
                  <a:lnTo>
                    <a:pt x="1216939" y="0"/>
                  </a:lnTo>
                  <a:lnTo>
                    <a:pt x="1216939" y="19050"/>
                  </a:lnTo>
                  <a:lnTo>
                    <a:pt x="1274089" y="19050"/>
                  </a:lnTo>
                  <a:lnTo>
                    <a:pt x="1274089" y="0"/>
                  </a:lnTo>
                  <a:close/>
                </a:path>
                <a:path h="1905000" w="5372100">
                  <a:moveTo>
                    <a:pt x="1354213" y="1885950"/>
                  </a:moveTo>
                  <a:lnTo>
                    <a:pt x="1297063" y="1885950"/>
                  </a:lnTo>
                  <a:lnTo>
                    <a:pt x="1297063" y="1905000"/>
                  </a:lnTo>
                  <a:lnTo>
                    <a:pt x="1354213" y="1905000"/>
                  </a:lnTo>
                  <a:lnTo>
                    <a:pt x="1354213" y="1885950"/>
                  </a:lnTo>
                  <a:close/>
                </a:path>
                <a:path h="1905000" w="5372100">
                  <a:moveTo>
                    <a:pt x="1369148" y="0"/>
                  </a:moveTo>
                  <a:lnTo>
                    <a:pt x="1311998" y="0"/>
                  </a:lnTo>
                  <a:lnTo>
                    <a:pt x="1311998" y="19050"/>
                  </a:lnTo>
                  <a:lnTo>
                    <a:pt x="1369148" y="19050"/>
                  </a:lnTo>
                  <a:lnTo>
                    <a:pt x="1369148" y="0"/>
                  </a:lnTo>
                  <a:close/>
                </a:path>
                <a:path h="1905000" w="5372100">
                  <a:moveTo>
                    <a:pt x="1449273" y="1885950"/>
                  </a:moveTo>
                  <a:lnTo>
                    <a:pt x="1392123" y="1885950"/>
                  </a:lnTo>
                  <a:lnTo>
                    <a:pt x="1392123" y="1905000"/>
                  </a:lnTo>
                  <a:lnTo>
                    <a:pt x="1449273" y="1905000"/>
                  </a:lnTo>
                  <a:lnTo>
                    <a:pt x="1449273" y="1885950"/>
                  </a:lnTo>
                  <a:close/>
                </a:path>
                <a:path h="1905000" w="5372100">
                  <a:moveTo>
                    <a:pt x="1464208" y="0"/>
                  </a:moveTo>
                  <a:lnTo>
                    <a:pt x="1407058" y="0"/>
                  </a:lnTo>
                  <a:lnTo>
                    <a:pt x="1407058" y="19050"/>
                  </a:lnTo>
                  <a:lnTo>
                    <a:pt x="1464208" y="19050"/>
                  </a:lnTo>
                  <a:lnTo>
                    <a:pt x="1464208" y="0"/>
                  </a:lnTo>
                  <a:close/>
                </a:path>
                <a:path h="1905000" w="5372100">
                  <a:moveTo>
                    <a:pt x="1544332" y="1885950"/>
                  </a:moveTo>
                  <a:lnTo>
                    <a:pt x="1487182" y="1885950"/>
                  </a:lnTo>
                  <a:lnTo>
                    <a:pt x="1487182" y="1905000"/>
                  </a:lnTo>
                  <a:lnTo>
                    <a:pt x="1544332" y="1905000"/>
                  </a:lnTo>
                  <a:lnTo>
                    <a:pt x="1544332" y="1885950"/>
                  </a:lnTo>
                  <a:close/>
                </a:path>
                <a:path h="1905000" w="5372100">
                  <a:moveTo>
                    <a:pt x="1559267" y="0"/>
                  </a:moveTo>
                  <a:lnTo>
                    <a:pt x="1502117" y="0"/>
                  </a:lnTo>
                  <a:lnTo>
                    <a:pt x="1502117" y="19050"/>
                  </a:lnTo>
                  <a:lnTo>
                    <a:pt x="1559267" y="19050"/>
                  </a:lnTo>
                  <a:lnTo>
                    <a:pt x="1559267" y="0"/>
                  </a:lnTo>
                  <a:close/>
                </a:path>
                <a:path h="1905000" w="5372100">
                  <a:moveTo>
                    <a:pt x="1639392" y="1885950"/>
                  </a:moveTo>
                  <a:lnTo>
                    <a:pt x="1582242" y="1885950"/>
                  </a:lnTo>
                  <a:lnTo>
                    <a:pt x="1582242" y="1905000"/>
                  </a:lnTo>
                  <a:lnTo>
                    <a:pt x="1639392" y="1905000"/>
                  </a:lnTo>
                  <a:lnTo>
                    <a:pt x="1639392" y="1885950"/>
                  </a:lnTo>
                  <a:close/>
                </a:path>
                <a:path h="1905000" w="5372100">
                  <a:moveTo>
                    <a:pt x="1654327" y="0"/>
                  </a:moveTo>
                  <a:lnTo>
                    <a:pt x="1597177" y="0"/>
                  </a:lnTo>
                  <a:lnTo>
                    <a:pt x="1597177" y="19050"/>
                  </a:lnTo>
                  <a:lnTo>
                    <a:pt x="1654327" y="19050"/>
                  </a:lnTo>
                  <a:lnTo>
                    <a:pt x="1654327" y="0"/>
                  </a:lnTo>
                  <a:close/>
                </a:path>
                <a:path h="1905000" w="5372100">
                  <a:moveTo>
                    <a:pt x="1734451" y="1885950"/>
                  </a:moveTo>
                  <a:lnTo>
                    <a:pt x="1677301" y="1885950"/>
                  </a:lnTo>
                  <a:lnTo>
                    <a:pt x="1677301" y="1905000"/>
                  </a:lnTo>
                  <a:lnTo>
                    <a:pt x="1734451" y="1905000"/>
                  </a:lnTo>
                  <a:lnTo>
                    <a:pt x="1734451" y="1885950"/>
                  </a:lnTo>
                  <a:close/>
                </a:path>
                <a:path h="1905000" w="5372100">
                  <a:moveTo>
                    <a:pt x="1749386" y="0"/>
                  </a:moveTo>
                  <a:lnTo>
                    <a:pt x="1692236" y="0"/>
                  </a:lnTo>
                  <a:lnTo>
                    <a:pt x="1692236" y="19050"/>
                  </a:lnTo>
                  <a:lnTo>
                    <a:pt x="1749386" y="19050"/>
                  </a:lnTo>
                  <a:lnTo>
                    <a:pt x="1749386" y="0"/>
                  </a:lnTo>
                  <a:close/>
                </a:path>
                <a:path h="1905000" w="5372100">
                  <a:moveTo>
                    <a:pt x="1829511" y="1885950"/>
                  </a:moveTo>
                  <a:lnTo>
                    <a:pt x="1772361" y="1885950"/>
                  </a:lnTo>
                  <a:lnTo>
                    <a:pt x="1772361" y="1905000"/>
                  </a:lnTo>
                  <a:lnTo>
                    <a:pt x="1829511" y="1905000"/>
                  </a:lnTo>
                  <a:lnTo>
                    <a:pt x="1829511" y="1885950"/>
                  </a:lnTo>
                  <a:close/>
                </a:path>
                <a:path h="1905000" w="5372100">
                  <a:moveTo>
                    <a:pt x="1844446" y="0"/>
                  </a:moveTo>
                  <a:lnTo>
                    <a:pt x="1787296" y="0"/>
                  </a:lnTo>
                  <a:lnTo>
                    <a:pt x="1787296" y="19050"/>
                  </a:lnTo>
                  <a:lnTo>
                    <a:pt x="1844446" y="19050"/>
                  </a:lnTo>
                  <a:lnTo>
                    <a:pt x="1844446" y="0"/>
                  </a:lnTo>
                  <a:close/>
                </a:path>
                <a:path h="1905000" w="5372100">
                  <a:moveTo>
                    <a:pt x="1924570" y="1885950"/>
                  </a:moveTo>
                  <a:lnTo>
                    <a:pt x="1867420" y="1885950"/>
                  </a:lnTo>
                  <a:lnTo>
                    <a:pt x="1867420" y="1905000"/>
                  </a:lnTo>
                  <a:lnTo>
                    <a:pt x="1924570" y="1905000"/>
                  </a:lnTo>
                  <a:lnTo>
                    <a:pt x="1924570" y="1885950"/>
                  </a:lnTo>
                  <a:close/>
                </a:path>
                <a:path h="1905000" w="5372100">
                  <a:moveTo>
                    <a:pt x="1939505" y="0"/>
                  </a:moveTo>
                  <a:lnTo>
                    <a:pt x="1882355" y="0"/>
                  </a:lnTo>
                  <a:lnTo>
                    <a:pt x="1882355" y="19050"/>
                  </a:lnTo>
                  <a:lnTo>
                    <a:pt x="1939505" y="19050"/>
                  </a:lnTo>
                  <a:lnTo>
                    <a:pt x="1939505" y="0"/>
                  </a:lnTo>
                  <a:close/>
                </a:path>
                <a:path h="1905000" w="5372100">
                  <a:moveTo>
                    <a:pt x="2019642" y="1885950"/>
                  </a:moveTo>
                  <a:lnTo>
                    <a:pt x="1962492" y="1885950"/>
                  </a:lnTo>
                  <a:lnTo>
                    <a:pt x="1962492" y="1905000"/>
                  </a:lnTo>
                  <a:lnTo>
                    <a:pt x="2019642" y="1905000"/>
                  </a:lnTo>
                  <a:lnTo>
                    <a:pt x="2019642" y="1885950"/>
                  </a:lnTo>
                  <a:close/>
                </a:path>
                <a:path h="1905000" w="5372100">
                  <a:moveTo>
                    <a:pt x="2034565" y="0"/>
                  </a:moveTo>
                  <a:lnTo>
                    <a:pt x="1977415" y="0"/>
                  </a:lnTo>
                  <a:lnTo>
                    <a:pt x="1977415" y="19050"/>
                  </a:lnTo>
                  <a:lnTo>
                    <a:pt x="2034565" y="19050"/>
                  </a:lnTo>
                  <a:lnTo>
                    <a:pt x="2034565" y="0"/>
                  </a:lnTo>
                  <a:close/>
                </a:path>
                <a:path h="1905000" w="5372100">
                  <a:moveTo>
                    <a:pt x="2114702" y="1885950"/>
                  </a:moveTo>
                  <a:lnTo>
                    <a:pt x="2057552" y="1885950"/>
                  </a:lnTo>
                  <a:lnTo>
                    <a:pt x="2057552" y="1905000"/>
                  </a:lnTo>
                  <a:lnTo>
                    <a:pt x="2114702" y="1905000"/>
                  </a:lnTo>
                  <a:lnTo>
                    <a:pt x="2114702" y="1885950"/>
                  </a:lnTo>
                  <a:close/>
                </a:path>
                <a:path h="1905000" w="5372100">
                  <a:moveTo>
                    <a:pt x="2129637" y="0"/>
                  </a:moveTo>
                  <a:lnTo>
                    <a:pt x="2072487" y="0"/>
                  </a:lnTo>
                  <a:lnTo>
                    <a:pt x="2072487" y="19050"/>
                  </a:lnTo>
                  <a:lnTo>
                    <a:pt x="2129637" y="19050"/>
                  </a:lnTo>
                  <a:lnTo>
                    <a:pt x="2129637" y="0"/>
                  </a:lnTo>
                  <a:close/>
                </a:path>
                <a:path h="1905000" w="5372100">
                  <a:moveTo>
                    <a:pt x="2209762" y="1885950"/>
                  </a:moveTo>
                  <a:lnTo>
                    <a:pt x="2152612" y="1885950"/>
                  </a:lnTo>
                  <a:lnTo>
                    <a:pt x="2152612" y="1905000"/>
                  </a:lnTo>
                  <a:lnTo>
                    <a:pt x="2209762" y="1905000"/>
                  </a:lnTo>
                  <a:lnTo>
                    <a:pt x="2209762" y="1885950"/>
                  </a:lnTo>
                  <a:close/>
                </a:path>
                <a:path h="1905000" w="5372100">
                  <a:moveTo>
                    <a:pt x="2224697" y="0"/>
                  </a:moveTo>
                  <a:lnTo>
                    <a:pt x="2167547" y="0"/>
                  </a:lnTo>
                  <a:lnTo>
                    <a:pt x="2167547" y="19050"/>
                  </a:lnTo>
                  <a:lnTo>
                    <a:pt x="2224697" y="19050"/>
                  </a:lnTo>
                  <a:lnTo>
                    <a:pt x="2224697" y="0"/>
                  </a:lnTo>
                  <a:close/>
                </a:path>
                <a:path h="1905000" w="5372100">
                  <a:moveTo>
                    <a:pt x="2304821" y="1885950"/>
                  </a:moveTo>
                  <a:lnTo>
                    <a:pt x="2247671" y="1885950"/>
                  </a:lnTo>
                  <a:lnTo>
                    <a:pt x="2247671" y="1905000"/>
                  </a:lnTo>
                  <a:lnTo>
                    <a:pt x="2304821" y="1905000"/>
                  </a:lnTo>
                  <a:lnTo>
                    <a:pt x="2304821" y="1885950"/>
                  </a:lnTo>
                  <a:close/>
                </a:path>
                <a:path h="1905000" w="5372100">
                  <a:moveTo>
                    <a:pt x="2319756" y="0"/>
                  </a:moveTo>
                  <a:lnTo>
                    <a:pt x="2262606" y="0"/>
                  </a:lnTo>
                  <a:lnTo>
                    <a:pt x="2262606" y="19050"/>
                  </a:lnTo>
                  <a:lnTo>
                    <a:pt x="2319756" y="19050"/>
                  </a:lnTo>
                  <a:lnTo>
                    <a:pt x="2319756" y="0"/>
                  </a:lnTo>
                  <a:close/>
                </a:path>
                <a:path h="1905000" w="5372100">
                  <a:moveTo>
                    <a:pt x="2399881" y="1885950"/>
                  </a:moveTo>
                  <a:lnTo>
                    <a:pt x="2342731" y="1885950"/>
                  </a:lnTo>
                  <a:lnTo>
                    <a:pt x="2342731" y="1905000"/>
                  </a:lnTo>
                  <a:lnTo>
                    <a:pt x="2399881" y="1905000"/>
                  </a:lnTo>
                  <a:lnTo>
                    <a:pt x="2399881" y="1885950"/>
                  </a:lnTo>
                  <a:close/>
                </a:path>
                <a:path h="1905000" w="5372100">
                  <a:moveTo>
                    <a:pt x="2414816" y="0"/>
                  </a:moveTo>
                  <a:lnTo>
                    <a:pt x="2357666" y="0"/>
                  </a:lnTo>
                  <a:lnTo>
                    <a:pt x="2357666" y="19050"/>
                  </a:lnTo>
                  <a:lnTo>
                    <a:pt x="2414816" y="19050"/>
                  </a:lnTo>
                  <a:lnTo>
                    <a:pt x="2414816" y="0"/>
                  </a:lnTo>
                  <a:close/>
                </a:path>
                <a:path h="1905000" w="5372100">
                  <a:moveTo>
                    <a:pt x="2494940" y="1885950"/>
                  </a:moveTo>
                  <a:lnTo>
                    <a:pt x="2437790" y="1885950"/>
                  </a:lnTo>
                  <a:lnTo>
                    <a:pt x="2437790" y="1905000"/>
                  </a:lnTo>
                  <a:lnTo>
                    <a:pt x="2494940" y="1905000"/>
                  </a:lnTo>
                  <a:lnTo>
                    <a:pt x="2494940" y="1885950"/>
                  </a:lnTo>
                  <a:close/>
                </a:path>
                <a:path h="1905000" w="5372100">
                  <a:moveTo>
                    <a:pt x="2509875" y="0"/>
                  </a:moveTo>
                  <a:lnTo>
                    <a:pt x="2452725" y="0"/>
                  </a:lnTo>
                  <a:lnTo>
                    <a:pt x="2452725" y="19050"/>
                  </a:lnTo>
                  <a:lnTo>
                    <a:pt x="2509875" y="19050"/>
                  </a:lnTo>
                  <a:lnTo>
                    <a:pt x="2509875" y="0"/>
                  </a:lnTo>
                  <a:close/>
                </a:path>
                <a:path h="1905000" w="5372100">
                  <a:moveTo>
                    <a:pt x="2590000" y="1885950"/>
                  </a:moveTo>
                  <a:lnTo>
                    <a:pt x="2532850" y="1885950"/>
                  </a:lnTo>
                  <a:lnTo>
                    <a:pt x="2532850" y="1905000"/>
                  </a:lnTo>
                  <a:lnTo>
                    <a:pt x="2590000" y="1905000"/>
                  </a:lnTo>
                  <a:lnTo>
                    <a:pt x="2590000" y="1885950"/>
                  </a:lnTo>
                  <a:close/>
                </a:path>
                <a:path h="1905000" w="5372100">
                  <a:moveTo>
                    <a:pt x="2604935" y="0"/>
                  </a:moveTo>
                  <a:lnTo>
                    <a:pt x="2547785" y="0"/>
                  </a:lnTo>
                  <a:lnTo>
                    <a:pt x="2547785" y="19050"/>
                  </a:lnTo>
                  <a:lnTo>
                    <a:pt x="2604935" y="19050"/>
                  </a:lnTo>
                  <a:lnTo>
                    <a:pt x="2604935" y="0"/>
                  </a:lnTo>
                  <a:close/>
                </a:path>
                <a:path h="1905000" w="5372100">
                  <a:moveTo>
                    <a:pt x="2685059" y="1885950"/>
                  </a:moveTo>
                  <a:lnTo>
                    <a:pt x="2627909" y="1885950"/>
                  </a:lnTo>
                  <a:lnTo>
                    <a:pt x="2627909" y="1905000"/>
                  </a:lnTo>
                  <a:lnTo>
                    <a:pt x="2685059" y="1905000"/>
                  </a:lnTo>
                  <a:lnTo>
                    <a:pt x="2685059" y="1885950"/>
                  </a:lnTo>
                  <a:close/>
                </a:path>
                <a:path h="1905000" w="5372100">
                  <a:moveTo>
                    <a:pt x="2699994" y="0"/>
                  </a:moveTo>
                  <a:lnTo>
                    <a:pt x="2642844" y="0"/>
                  </a:lnTo>
                  <a:lnTo>
                    <a:pt x="2642844" y="19050"/>
                  </a:lnTo>
                  <a:lnTo>
                    <a:pt x="2699994" y="19050"/>
                  </a:lnTo>
                  <a:lnTo>
                    <a:pt x="2699994" y="0"/>
                  </a:lnTo>
                  <a:close/>
                </a:path>
                <a:path h="1905000" w="5372100">
                  <a:moveTo>
                    <a:pt x="2780119" y="1885950"/>
                  </a:moveTo>
                  <a:lnTo>
                    <a:pt x="2722969" y="1885950"/>
                  </a:lnTo>
                  <a:lnTo>
                    <a:pt x="2722969" y="1905000"/>
                  </a:lnTo>
                  <a:lnTo>
                    <a:pt x="2780119" y="1905000"/>
                  </a:lnTo>
                  <a:lnTo>
                    <a:pt x="2780119" y="1885950"/>
                  </a:lnTo>
                  <a:close/>
                </a:path>
                <a:path h="1905000" w="5372100">
                  <a:moveTo>
                    <a:pt x="2795054" y="0"/>
                  </a:moveTo>
                  <a:lnTo>
                    <a:pt x="2737904" y="0"/>
                  </a:lnTo>
                  <a:lnTo>
                    <a:pt x="2737904" y="19050"/>
                  </a:lnTo>
                  <a:lnTo>
                    <a:pt x="2795054" y="19050"/>
                  </a:lnTo>
                  <a:lnTo>
                    <a:pt x="2795054" y="0"/>
                  </a:lnTo>
                  <a:close/>
                </a:path>
                <a:path h="1905000" w="5372100">
                  <a:moveTo>
                    <a:pt x="2875178" y="1885950"/>
                  </a:moveTo>
                  <a:lnTo>
                    <a:pt x="2818028" y="1885950"/>
                  </a:lnTo>
                  <a:lnTo>
                    <a:pt x="2818028" y="1905000"/>
                  </a:lnTo>
                  <a:lnTo>
                    <a:pt x="2875178" y="1905000"/>
                  </a:lnTo>
                  <a:lnTo>
                    <a:pt x="2875178" y="1885950"/>
                  </a:lnTo>
                  <a:close/>
                </a:path>
                <a:path h="1905000" w="5372100">
                  <a:moveTo>
                    <a:pt x="2890113" y="0"/>
                  </a:moveTo>
                  <a:lnTo>
                    <a:pt x="2832963" y="0"/>
                  </a:lnTo>
                  <a:lnTo>
                    <a:pt x="2832963" y="19050"/>
                  </a:lnTo>
                  <a:lnTo>
                    <a:pt x="2890113" y="19050"/>
                  </a:lnTo>
                  <a:lnTo>
                    <a:pt x="2890113" y="0"/>
                  </a:lnTo>
                  <a:close/>
                </a:path>
                <a:path h="1905000" w="5372100">
                  <a:moveTo>
                    <a:pt x="2970250" y="1885950"/>
                  </a:moveTo>
                  <a:lnTo>
                    <a:pt x="2913100" y="1885950"/>
                  </a:lnTo>
                  <a:lnTo>
                    <a:pt x="2913100" y="1905000"/>
                  </a:lnTo>
                  <a:lnTo>
                    <a:pt x="2970250" y="1905000"/>
                  </a:lnTo>
                  <a:lnTo>
                    <a:pt x="2970250" y="1885950"/>
                  </a:lnTo>
                  <a:close/>
                </a:path>
                <a:path h="1905000" w="5372100">
                  <a:moveTo>
                    <a:pt x="2985173" y="0"/>
                  </a:moveTo>
                  <a:lnTo>
                    <a:pt x="2928023" y="0"/>
                  </a:lnTo>
                  <a:lnTo>
                    <a:pt x="2928023" y="19050"/>
                  </a:lnTo>
                  <a:lnTo>
                    <a:pt x="2985173" y="19050"/>
                  </a:lnTo>
                  <a:lnTo>
                    <a:pt x="2985173" y="0"/>
                  </a:lnTo>
                  <a:close/>
                </a:path>
                <a:path h="1905000" w="5372100">
                  <a:moveTo>
                    <a:pt x="3065310" y="1885950"/>
                  </a:moveTo>
                  <a:lnTo>
                    <a:pt x="3008160" y="1885950"/>
                  </a:lnTo>
                  <a:lnTo>
                    <a:pt x="3008160" y="1905000"/>
                  </a:lnTo>
                  <a:lnTo>
                    <a:pt x="3065310" y="1905000"/>
                  </a:lnTo>
                  <a:lnTo>
                    <a:pt x="3065310" y="1885950"/>
                  </a:lnTo>
                  <a:close/>
                </a:path>
                <a:path h="1905000" w="5372100">
                  <a:moveTo>
                    <a:pt x="3080245" y="0"/>
                  </a:moveTo>
                  <a:lnTo>
                    <a:pt x="3023095" y="0"/>
                  </a:lnTo>
                  <a:lnTo>
                    <a:pt x="3023095" y="19050"/>
                  </a:lnTo>
                  <a:lnTo>
                    <a:pt x="3080245" y="19050"/>
                  </a:lnTo>
                  <a:lnTo>
                    <a:pt x="3080245" y="0"/>
                  </a:lnTo>
                  <a:close/>
                </a:path>
                <a:path h="1905000" w="5372100">
                  <a:moveTo>
                    <a:pt x="3160369" y="1885950"/>
                  </a:moveTo>
                  <a:lnTo>
                    <a:pt x="3103219" y="1885950"/>
                  </a:lnTo>
                  <a:lnTo>
                    <a:pt x="3103219" y="1905000"/>
                  </a:lnTo>
                  <a:lnTo>
                    <a:pt x="3160369" y="1905000"/>
                  </a:lnTo>
                  <a:lnTo>
                    <a:pt x="3160369" y="1885950"/>
                  </a:lnTo>
                  <a:close/>
                </a:path>
                <a:path h="1905000" w="5372100">
                  <a:moveTo>
                    <a:pt x="3175304" y="0"/>
                  </a:moveTo>
                  <a:lnTo>
                    <a:pt x="3118154" y="0"/>
                  </a:lnTo>
                  <a:lnTo>
                    <a:pt x="3118154" y="19050"/>
                  </a:lnTo>
                  <a:lnTo>
                    <a:pt x="3175304" y="19050"/>
                  </a:lnTo>
                  <a:lnTo>
                    <a:pt x="3175304" y="0"/>
                  </a:lnTo>
                  <a:close/>
                </a:path>
                <a:path h="1905000" w="5372100">
                  <a:moveTo>
                    <a:pt x="3255429" y="1885950"/>
                  </a:moveTo>
                  <a:lnTo>
                    <a:pt x="3198279" y="1885950"/>
                  </a:lnTo>
                  <a:lnTo>
                    <a:pt x="3198279" y="1905000"/>
                  </a:lnTo>
                  <a:lnTo>
                    <a:pt x="3255429" y="1905000"/>
                  </a:lnTo>
                  <a:lnTo>
                    <a:pt x="3255429" y="1885950"/>
                  </a:lnTo>
                  <a:close/>
                </a:path>
                <a:path h="1905000" w="5372100">
                  <a:moveTo>
                    <a:pt x="3270364" y="0"/>
                  </a:moveTo>
                  <a:lnTo>
                    <a:pt x="3213214" y="0"/>
                  </a:lnTo>
                  <a:lnTo>
                    <a:pt x="3213214" y="19050"/>
                  </a:lnTo>
                  <a:lnTo>
                    <a:pt x="3270364" y="19050"/>
                  </a:lnTo>
                  <a:lnTo>
                    <a:pt x="3270364" y="0"/>
                  </a:lnTo>
                  <a:close/>
                </a:path>
                <a:path h="1905000" w="5372100">
                  <a:moveTo>
                    <a:pt x="3350488" y="1885950"/>
                  </a:moveTo>
                  <a:lnTo>
                    <a:pt x="3293338" y="1885950"/>
                  </a:lnTo>
                  <a:lnTo>
                    <a:pt x="3293338" y="1905000"/>
                  </a:lnTo>
                  <a:lnTo>
                    <a:pt x="3350488" y="1905000"/>
                  </a:lnTo>
                  <a:lnTo>
                    <a:pt x="3350488" y="1885950"/>
                  </a:lnTo>
                  <a:close/>
                </a:path>
                <a:path h="1905000" w="5372100">
                  <a:moveTo>
                    <a:pt x="3365423" y="0"/>
                  </a:moveTo>
                  <a:lnTo>
                    <a:pt x="3308273" y="0"/>
                  </a:lnTo>
                  <a:lnTo>
                    <a:pt x="3308273" y="19050"/>
                  </a:lnTo>
                  <a:lnTo>
                    <a:pt x="3365423" y="19050"/>
                  </a:lnTo>
                  <a:lnTo>
                    <a:pt x="3365423" y="0"/>
                  </a:lnTo>
                  <a:close/>
                </a:path>
                <a:path h="1905000" w="5372100">
                  <a:moveTo>
                    <a:pt x="3445548" y="1885950"/>
                  </a:moveTo>
                  <a:lnTo>
                    <a:pt x="3388398" y="1885950"/>
                  </a:lnTo>
                  <a:lnTo>
                    <a:pt x="3388398" y="1905000"/>
                  </a:lnTo>
                  <a:lnTo>
                    <a:pt x="3445548" y="1905000"/>
                  </a:lnTo>
                  <a:lnTo>
                    <a:pt x="3445548" y="1885950"/>
                  </a:lnTo>
                  <a:close/>
                </a:path>
                <a:path h="1905000" w="5372100">
                  <a:moveTo>
                    <a:pt x="3460483" y="0"/>
                  </a:moveTo>
                  <a:lnTo>
                    <a:pt x="3403333" y="0"/>
                  </a:lnTo>
                  <a:lnTo>
                    <a:pt x="3403333" y="19050"/>
                  </a:lnTo>
                  <a:lnTo>
                    <a:pt x="3460483" y="19050"/>
                  </a:lnTo>
                  <a:lnTo>
                    <a:pt x="3460483" y="0"/>
                  </a:lnTo>
                  <a:close/>
                </a:path>
                <a:path h="1905000" w="5372100">
                  <a:moveTo>
                    <a:pt x="3540607" y="1885950"/>
                  </a:moveTo>
                  <a:lnTo>
                    <a:pt x="3483457" y="1885950"/>
                  </a:lnTo>
                  <a:lnTo>
                    <a:pt x="3483457" y="1905000"/>
                  </a:lnTo>
                  <a:lnTo>
                    <a:pt x="3540607" y="1905000"/>
                  </a:lnTo>
                  <a:lnTo>
                    <a:pt x="3540607" y="1885950"/>
                  </a:lnTo>
                  <a:close/>
                </a:path>
                <a:path h="1905000" w="5372100">
                  <a:moveTo>
                    <a:pt x="3555542" y="0"/>
                  </a:moveTo>
                  <a:lnTo>
                    <a:pt x="3498392" y="0"/>
                  </a:lnTo>
                  <a:lnTo>
                    <a:pt x="3498392" y="19050"/>
                  </a:lnTo>
                  <a:lnTo>
                    <a:pt x="3555542" y="19050"/>
                  </a:lnTo>
                  <a:lnTo>
                    <a:pt x="3555542" y="0"/>
                  </a:lnTo>
                  <a:close/>
                </a:path>
                <a:path h="1905000" w="5372100">
                  <a:moveTo>
                    <a:pt x="3635667" y="1885950"/>
                  </a:moveTo>
                  <a:lnTo>
                    <a:pt x="3578517" y="1885950"/>
                  </a:lnTo>
                  <a:lnTo>
                    <a:pt x="3578517" y="1905000"/>
                  </a:lnTo>
                  <a:lnTo>
                    <a:pt x="3635667" y="1905000"/>
                  </a:lnTo>
                  <a:lnTo>
                    <a:pt x="3635667" y="1885950"/>
                  </a:lnTo>
                  <a:close/>
                </a:path>
                <a:path h="1905000" w="5372100">
                  <a:moveTo>
                    <a:pt x="3650602" y="0"/>
                  </a:moveTo>
                  <a:lnTo>
                    <a:pt x="3593452" y="0"/>
                  </a:lnTo>
                  <a:lnTo>
                    <a:pt x="3593452" y="19050"/>
                  </a:lnTo>
                  <a:lnTo>
                    <a:pt x="3650602" y="19050"/>
                  </a:lnTo>
                  <a:lnTo>
                    <a:pt x="3650602" y="0"/>
                  </a:lnTo>
                  <a:close/>
                </a:path>
                <a:path h="1905000" w="5372100">
                  <a:moveTo>
                    <a:pt x="3730726" y="1885950"/>
                  </a:moveTo>
                  <a:lnTo>
                    <a:pt x="3673576" y="1885950"/>
                  </a:lnTo>
                  <a:lnTo>
                    <a:pt x="3673576" y="1905000"/>
                  </a:lnTo>
                  <a:lnTo>
                    <a:pt x="3730726" y="1905000"/>
                  </a:lnTo>
                  <a:lnTo>
                    <a:pt x="3730726" y="1885950"/>
                  </a:lnTo>
                  <a:close/>
                </a:path>
                <a:path h="1905000" w="5372100">
                  <a:moveTo>
                    <a:pt x="3745661" y="0"/>
                  </a:moveTo>
                  <a:lnTo>
                    <a:pt x="3688511" y="0"/>
                  </a:lnTo>
                  <a:lnTo>
                    <a:pt x="3688511" y="19050"/>
                  </a:lnTo>
                  <a:lnTo>
                    <a:pt x="3745661" y="19050"/>
                  </a:lnTo>
                  <a:lnTo>
                    <a:pt x="3745661" y="0"/>
                  </a:lnTo>
                  <a:close/>
                </a:path>
                <a:path h="1905000" w="5372100">
                  <a:moveTo>
                    <a:pt x="3825786" y="1885950"/>
                  </a:moveTo>
                  <a:lnTo>
                    <a:pt x="3768636" y="1885950"/>
                  </a:lnTo>
                  <a:lnTo>
                    <a:pt x="3768636" y="1905000"/>
                  </a:lnTo>
                  <a:lnTo>
                    <a:pt x="3825786" y="1905000"/>
                  </a:lnTo>
                  <a:lnTo>
                    <a:pt x="3825786" y="1885950"/>
                  </a:lnTo>
                  <a:close/>
                </a:path>
                <a:path h="1905000" w="5372100">
                  <a:moveTo>
                    <a:pt x="3840721" y="0"/>
                  </a:moveTo>
                  <a:lnTo>
                    <a:pt x="3783571" y="0"/>
                  </a:lnTo>
                  <a:lnTo>
                    <a:pt x="3783571" y="19050"/>
                  </a:lnTo>
                  <a:lnTo>
                    <a:pt x="3840721" y="19050"/>
                  </a:lnTo>
                  <a:lnTo>
                    <a:pt x="3840721" y="0"/>
                  </a:lnTo>
                  <a:close/>
                </a:path>
                <a:path h="1905000" w="5372100">
                  <a:moveTo>
                    <a:pt x="3920858" y="1885950"/>
                  </a:moveTo>
                  <a:lnTo>
                    <a:pt x="3863708" y="1885950"/>
                  </a:lnTo>
                  <a:lnTo>
                    <a:pt x="3863708" y="1905000"/>
                  </a:lnTo>
                  <a:lnTo>
                    <a:pt x="3920858" y="1905000"/>
                  </a:lnTo>
                  <a:lnTo>
                    <a:pt x="3920858" y="1885950"/>
                  </a:lnTo>
                  <a:close/>
                </a:path>
                <a:path h="1905000" w="5372100">
                  <a:moveTo>
                    <a:pt x="3935780" y="0"/>
                  </a:moveTo>
                  <a:lnTo>
                    <a:pt x="3878630" y="0"/>
                  </a:lnTo>
                  <a:lnTo>
                    <a:pt x="3878630" y="19050"/>
                  </a:lnTo>
                  <a:lnTo>
                    <a:pt x="3935780" y="19050"/>
                  </a:lnTo>
                  <a:lnTo>
                    <a:pt x="3935780" y="0"/>
                  </a:lnTo>
                  <a:close/>
                </a:path>
                <a:path h="1905000" w="5372100">
                  <a:moveTo>
                    <a:pt x="4015917" y="1885950"/>
                  </a:moveTo>
                  <a:lnTo>
                    <a:pt x="3958767" y="1885950"/>
                  </a:lnTo>
                  <a:lnTo>
                    <a:pt x="3958767" y="1905000"/>
                  </a:lnTo>
                  <a:lnTo>
                    <a:pt x="4015917" y="1905000"/>
                  </a:lnTo>
                  <a:lnTo>
                    <a:pt x="4015917" y="1885950"/>
                  </a:lnTo>
                  <a:close/>
                </a:path>
                <a:path h="1905000" w="5372100">
                  <a:moveTo>
                    <a:pt x="4030840" y="0"/>
                  </a:moveTo>
                  <a:lnTo>
                    <a:pt x="3973690" y="0"/>
                  </a:lnTo>
                  <a:lnTo>
                    <a:pt x="3973690" y="19050"/>
                  </a:lnTo>
                  <a:lnTo>
                    <a:pt x="4030840" y="19050"/>
                  </a:lnTo>
                  <a:lnTo>
                    <a:pt x="4030840" y="0"/>
                  </a:lnTo>
                  <a:close/>
                </a:path>
                <a:path h="1905000" w="5372100">
                  <a:moveTo>
                    <a:pt x="4110977" y="1885950"/>
                  </a:moveTo>
                  <a:lnTo>
                    <a:pt x="4053827" y="1885950"/>
                  </a:lnTo>
                  <a:lnTo>
                    <a:pt x="4053827" y="1905000"/>
                  </a:lnTo>
                  <a:lnTo>
                    <a:pt x="4110977" y="1905000"/>
                  </a:lnTo>
                  <a:lnTo>
                    <a:pt x="4110977" y="1885950"/>
                  </a:lnTo>
                  <a:close/>
                </a:path>
                <a:path h="1905000" w="5372100">
                  <a:moveTo>
                    <a:pt x="4125912" y="0"/>
                  </a:moveTo>
                  <a:lnTo>
                    <a:pt x="4068762" y="0"/>
                  </a:lnTo>
                  <a:lnTo>
                    <a:pt x="4068762" y="19050"/>
                  </a:lnTo>
                  <a:lnTo>
                    <a:pt x="4125912" y="19050"/>
                  </a:lnTo>
                  <a:lnTo>
                    <a:pt x="4125912" y="0"/>
                  </a:lnTo>
                  <a:close/>
                </a:path>
                <a:path h="1905000" w="5372100">
                  <a:moveTo>
                    <a:pt x="4206036" y="1885950"/>
                  </a:moveTo>
                  <a:lnTo>
                    <a:pt x="4148886" y="1885950"/>
                  </a:lnTo>
                  <a:lnTo>
                    <a:pt x="4148886" y="1905000"/>
                  </a:lnTo>
                  <a:lnTo>
                    <a:pt x="4206036" y="1905000"/>
                  </a:lnTo>
                  <a:lnTo>
                    <a:pt x="4206036" y="1885950"/>
                  </a:lnTo>
                  <a:close/>
                </a:path>
                <a:path h="1905000" w="5372100">
                  <a:moveTo>
                    <a:pt x="4220972" y="0"/>
                  </a:moveTo>
                  <a:lnTo>
                    <a:pt x="4163822" y="0"/>
                  </a:lnTo>
                  <a:lnTo>
                    <a:pt x="4163822" y="19050"/>
                  </a:lnTo>
                  <a:lnTo>
                    <a:pt x="4220972" y="19050"/>
                  </a:lnTo>
                  <a:lnTo>
                    <a:pt x="4220972" y="0"/>
                  </a:lnTo>
                  <a:close/>
                </a:path>
                <a:path h="1905000" w="5372100">
                  <a:moveTo>
                    <a:pt x="4301096" y="1885950"/>
                  </a:moveTo>
                  <a:lnTo>
                    <a:pt x="4243946" y="1885950"/>
                  </a:lnTo>
                  <a:lnTo>
                    <a:pt x="4243946" y="1905000"/>
                  </a:lnTo>
                  <a:lnTo>
                    <a:pt x="4301096" y="1905000"/>
                  </a:lnTo>
                  <a:lnTo>
                    <a:pt x="4301096" y="1885950"/>
                  </a:lnTo>
                  <a:close/>
                </a:path>
                <a:path h="1905000" w="5372100">
                  <a:moveTo>
                    <a:pt x="4316031" y="0"/>
                  </a:moveTo>
                  <a:lnTo>
                    <a:pt x="4258881" y="0"/>
                  </a:lnTo>
                  <a:lnTo>
                    <a:pt x="4258881" y="19050"/>
                  </a:lnTo>
                  <a:lnTo>
                    <a:pt x="4316031" y="19050"/>
                  </a:lnTo>
                  <a:lnTo>
                    <a:pt x="4316031" y="0"/>
                  </a:lnTo>
                  <a:close/>
                </a:path>
                <a:path h="1905000" w="5372100">
                  <a:moveTo>
                    <a:pt x="4396156" y="1885950"/>
                  </a:moveTo>
                  <a:lnTo>
                    <a:pt x="4339006" y="1885950"/>
                  </a:lnTo>
                  <a:lnTo>
                    <a:pt x="4339006" y="1905000"/>
                  </a:lnTo>
                  <a:lnTo>
                    <a:pt x="4396156" y="1905000"/>
                  </a:lnTo>
                  <a:lnTo>
                    <a:pt x="4396156" y="1885950"/>
                  </a:lnTo>
                  <a:close/>
                </a:path>
                <a:path h="1905000" w="5372100">
                  <a:moveTo>
                    <a:pt x="4411091" y="0"/>
                  </a:moveTo>
                  <a:lnTo>
                    <a:pt x="4353941" y="0"/>
                  </a:lnTo>
                  <a:lnTo>
                    <a:pt x="4353941" y="19050"/>
                  </a:lnTo>
                  <a:lnTo>
                    <a:pt x="4411091" y="19050"/>
                  </a:lnTo>
                  <a:lnTo>
                    <a:pt x="4411091" y="0"/>
                  </a:lnTo>
                  <a:close/>
                </a:path>
                <a:path h="1905000" w="5372100">
                  <a:moveTo>
                    <a:pt x="4491215" y="1885950"/>
                  </a:moveTo>
                  <a:lnTo>
                    <a:pt x="4434065" y="1885950"/>
                  </a:lnTo>
                  <a:lnTo>
                    <a:pt x="4434065" y="1905000"/>
                  </a:lnTo>
                  <a:lnTo>
                    <a:pt x="4491215" y="1905000"/>
                  </a:lnTo>
                  <a:lnTo>
                    <a:pt x="4491215" y="1885950"/>
                  </a:lnTo>
                  <a:close/>
                </a:path>
                <a:path h="1905000" w="5372100">
                  <a:moveTo>
                    <a:pt x="4506150" y="0"/>
                  </a:moveTo>
                  <a:lnTo>
                    <a:pt x="4449000" y="0"/>
                  </a:lnTo>
                  <a:lnTo>
                    <a:pt x="4449000" y="19050"/>
                  </a:lnTo>
                  <a:lnTo>
                    <a:pt x="4506150" y="19050"/>
                  </a:lnTo>
                  <a:lnTo>
                    <a:pt x="4506150" y="0"/>
                  </a:lnTo>
                  <a:close/>
                </a:path>
                <a:path h="1905000" w="5372100">
                  <a:moveTo>
                    <a:pt x="4586275" y="1885950"/>
                  </a:moveTo>
                  <a:lnTo>
                    <a:pt x="4529125" y="1885950"/>
                  </a:lnTo>
                  <a:lnTo>
                    <a:pt x="4529125" y="1905000"/>
                  </a:lnTo>
                  <a:lnTo>
                    <a:pt x="4586275" y="1905000"/>
                  </a:lnTo>
                  <a:lnTo>
                    <a:pt x="4586275" y="1885950"/>
                  </a:lnTo>
                  <a:close/>
                </a:path>
                <a:path h="1905000" w="5372100">
                  <a:moveTo>
                    <a:pt x="4601210" y="0"/>
                  </a:moveTo>
                  <a:lnTo>
                    <a:pt x="4544060" y="0"/>
                  </a:lnTo>
                  <a:lnTo>
                    <a:pt x="4544060" y="19050"/>
                  </a:lnTo>
                  <a:lnTo>
                    <a:pt x="4601210" y="19050"/>
                  </a:lnTo>
                  <a:lnTo>
                    <a:pt x="4601210" y="0"/>
                  </a:lnTo>
                  <a:close/>
                </a:path>
                <a:path h="1905000" w="5372100">
                  <a:moveTo>
                    <a:pt x="4681334" y="1885950"/>
                  </a:moveTo>
                  <a:lnTo>
                    <a:pt x="4624184" y="1885950"/>
                  </a:lnTo>
                  <a:lnTo>
                    <a:pt x="4624184" y="1905000"/>
                  </a:lnTo>
                  <a:lnTo>
                    <a:pt x="4681334" y="1905000"/>
                  </a:lnTo>
                  <a:lnTo>
                    <a:pt x="4681334" y="1885950"/>
                  </a:lnTo>
                  <a:close/>
                </a:path>
                <a:path h="1905000" w="5372100">
                  <a:moveTo>
                    <a:pt x="4696269" y="0"/>
                  </a:moveTo>
                  <a:lnTo>
                    <a:pt x="4639119" y="0"/>
                  </a:lnTo>
                  <a:lnTo>
                    <a:pt x="4639119" y="19050"/>
                  </a:lnTo>
                  <a:lnTo>
                    <a:pt x="4696269" y="19050"/>
                  </a:lnTo>
                  <a:lnTo>
                    <a:pt x="4696269" y="0"/>
                  </a:lnTo>
                  <a:close/>
                </a:path>
                <a:path h="1905000" w="5372100">
                  <a:moveTo>
                    <a:pt x="4776394" y="1885950"/>
                  </a:moveTo>
                  <a:lnTo>
                    <a:pt x="4719244" y="1885950"/>
                  </a:lnTo>
                  <a:lnTo>
                    <a:pt x="4719244" y="1905000"/>
                  </a:lnTo>
                  <a:lnTo>
                    <a:pt x="4776394" y="1905000"/>
                  </a:lnTo>
                  <a:lnTo>
                    <a:pt x="4776394" y="1885950"/>
                  </a:lnTo>
                  <a:close/>
                </a:path>
                <a:path h="1905000" w="5372100">
                  <a:moveTo>
                    <a:pt x="4791329" y="0"/>
                  </a:moveTo>
                  <a:lnTo>
                    <a:pt x="4734179" y="0"/>
                  </a:lnTo>
                  <a:lnTo>
                    <a:pt x="4734179" y="19050"/>
                  </a:lnTo>
                  <a:lnTo>
                    <a:pt x="4791329" y="19050"/>
                  </a:lnTo>
                  <a:lnTo>
                    <a:pt x="4791329" y="0"/>
                  </a:lnTo>
                  <a:close/>
                </a:path>
                <a:path h="1905000" w="5372100">
                  <a:moveTo>
                    <a:pt x="4871453" y="1885950"/>
                  </a:moveTo>
                  <a:lnTo>
                    <a:pt x="4814303" y="1885950"/>
                  </a:lnTo>
                  <a:lnTo>
                    <a:pt x="4814303" y="1905000"/>
                  </a:lnTo>
                  <a:lnTo>
                    <a:pt x="4871453" y="1905000"/>
                  </a:lnTo>
                  <a:lnTo>
                    <a:pt x="4871453" y="1885950"/>
                  </a:lnTo>
                  <a:close/>
                </a:path>
                <a:path h="1905000" w="5372100">
                  <a:moveTo>
                    <a:pt x="4886388" y="0"/>
                  </a:moveTo>
                  <a:lnTo>
                    <a:pt x="4829238" y="0"/>
                  </a:lnTo>
                  <a:lnTo>
                    <a:pt x="4829238" y="19050"/>
                  </a:lnTo>
                  <a:lnTo>
                    <a:pt x="4886388" y="19050"/>
                  </a:lnTo>
                  <a:lnTo>
                    <a:pt x="4886388" y="0"/>
                  </a:lnTo>
                  <a:close/>
                </a:path>
                <a:path h="1905000" w="5372100">
                  <a:moveTo>
                    <a:pt x="4966525" y="1885950"/>
                  </a:moveTo>
                  <a:lnTo>
                    <a:pt x="4909375" y="1885950"/>
                  </a:lnTo>
                  <a:lnTo>
                    <a:pt x="4909375" y="1905000"/>
                  </a:lnTo>
                  <a:lnTo>
                    <a:pt x="4966525" y="1905000"/>
                  </a:lnTo>
                  <a:lnTo>
                    <a:pt x="4966525" y="1885950"/>
                  </a:lnTo>
                  <a:close/>
                </a:path>
                <a:path h="1905000" w="5372100">
                  <a:moveTo>
                    <a:pt x="4981460" y="0"/>
                  </a:moveTo>
                  <a:lnTo>
                    <a:pt x="4924310" y="0"/>
                  </a:lnTo>
                  <a:lnTo>
                    <a:pt x="4924310" y="19050"/>
                  </a:lnTo>
                  <a:lnTo>
                    <a:pt x="4981460" y="19050"/>
                  </a:lnTo>
                  <a:lnTo>
                    <a:pt x="4981460" y="0"/>
                  </a:lnTo>
                  <a:close/>
                </a:path>
                <a:path h="1905000" w="5372100">
                  <a:moveTo>
                    <a:pt x="5061585" y="1885950"/>
                  </a:moveTo>
                  <a:lnTo>
                    <a:pt x="5004435" y="1885950"/>
                  </a:lnTo>
                  <a:lnTo>
                    <a:pt x="5004435" y="1905000"/>
                  </a:lnTo>
                  <a:lnTo>
                    <a:pt x="5061585" y="1905000"/>
                  </a:lnTo>
                  <a:lnTo>
                    <a:pt x="5061585" y="1885950"/>
                  </a:lnTo>
                  <a:close/>
                </a:path>
                <a:path h="1905000" w="5372100">
                  <a:moveTo>
                    <a:pt x="5076520" y="0"/>
                  </a:moveTo>
                  <a:lnTo>
                    <a:pt x="5019370" y="0"/>
                  </a:lnTo>
                  <a:lnTo>
                    <a:pt x="5019370" y="19050"/>
                  </a:lnTo>
                  <a:lnTo>
                    <a:pt x="5076520" y="19050"/>
                  </a:lnTo>
                  <a:lnTo>
                    <a:pt x="5076520" y="0"/>
                  </a:lnTo>
                  <a:close/>
                </a:path>
                <a:path h="1905000" w="5372100">
                  <a:moveTo>
                    <a:pt x="5156644" y="1885950"/>
                  </a:moveTo>
                  <a:lnTo>
                    <a:pt x="5099494" y="1885950"/>
                  </a:lnTo>
                  <a:lnTo>
                    <a:pt x="5099494" y="1905000"/>
                  </a:lnTo>
                  <a:lnTo>
                    <a:pt x="5156644" y="1905000"/>
                  </a:lnTo>
                  <a:lnTo>
                    <a:pt x="5156644" y="1885950"/>
                  </a:lnTo>
                  <a:close/>
                </a:path>
                <a:path h="1905000" w="5372100">
                  <a:moveTo>
                    <a:pt x="5171579" y="0"/>
                  </a:moveTo>
                  <a:lnTo>
                    <a:pt x="5114429" y="0"/>
                  </a:lnTo>
                  <a:lnTo>
                    <a:pt x="5114429" y="19050"/>
                  </a:lnTo>
                  <a:lnTo>
                    <a:pt x="5171579" y="19050"/>
                  </a:lnTo>
                  <a:lnTo>
                    <a:pt x="5171579" y="0"/>
                  </a:lnTo>
                  <a:close/>
                </a:path>
                <a:path h="1905000" w="5372100">
                  <a:moveTo>
                    <a:pt x="5251704" y="1885950"/>
                  </a:moveTo>
                  <a:lnTo>
                    <a:pt x="5194554" y="1885950"/>
                  </a:lnTo>
                  <a:lnTo>
                    <a:pt x="5194554" y="1905000"/>
                  </a:lnTo>
                  <a:lnTo>
                    <a:pt x="5251704" y="1905000"/>
                  </a:lnTo>
                  <a:lnTo>
                    <a:pt x="5251704" y="1885950"/>
                  </a:lnTo>
                  <a:close/>
                </a:path>
                <a:path h="1905000" w="5372100">
                  <a:moveTo>
                    <a:pt x="5266639" y="0"/>
                  </a:moveTo>
                  <a:lnTo>
                    <a:pt x="5209489" y="0"/>
                  </a:lnTo>
                  <a:lnTo>
                    <a:pt x="5209489" y="19050"/>
                  </a:lnTo>
                  <a:lnTo>
                    <a:pt x="5266639" y="19050"/>
                  </a:lnTo>
                  <a:lnTo>
                    <a:pt x="5266639" y="0"/>
                  </a:lnTo>
                  <a:close/>
                </a:path>
                <a:path h="1905000" w="5372100">
                  <a:moveTo>
                    <a:pt x="5348770" y="1883600"/>
                  </a:moveTo>
                  <a:lnTo>
                    <a:pt x="5335587" y="1869935"/>
                  </a:lnTo>
                  <a:lnTo>
                    <a:pt x="5330952" y="1874570"/>
                  </a:lnTo>
                  <a:lnTo>
                    <a:pt x="5324780" y="1878711"/>
                  </a:lnTo>
                  <a:lnTo>
                    <a:pt x="5310771" y="1884502"/>
                  </a:lnTo>
                  <a:lnTo>
                    <a:pt x="5303482" y="1885950"/>
                  </a:lnTo>
                  <a:lnTo>
                    <a:pt x="5289613" y="1885950"/>
                  </a:lnTo>
                  <a:lnTo>
                    <a:pt x="5289613" y="1905000"/>
                  </a:lnTo>
                  <a:lnTo>
                    <a:pt x="5295900" y="1905000"/>
                  </a:lnTo>
                  <a:lnTo>
                    <a:pt x="5303405" y="1904644"/>
                  </a:lnTo>
                  <a:lnTo>
                    <a:pt x="5344223" y="1887740"/>
                  </a:lnTo>
                  <a:lnTo>
                    <a:pt x="5348770" y="1883600"/>
                  </a:lnTo>
                  <a:close/>
                </a:path>
                <a:path h="1905000" w="5372100">
                  <a:moveTo>
                    <a:pt x="5359806" y="34759"/>
                  </a:moveTo>
                  <a:lnTo>
                    <a:pt x="5325072" y="5803"/>
                  </a:lnTo>
                  <a:lnTo>
                    <a:pt x="5305425" y="660"/>
                  </a:lnTo>
                  <a:lnTo>
                    <a:pt x="5305323" y="1460"/>
                  </a:lnTo>
                  <a:lnTo>
                    <a:pt x="5303101" y="19050"/>
                  </a:lnTo>
                  <a:lnTo>
                    <a:pt x="5303482" y="19050"/>
                  </a:lnTo>
                  <a:lnTo>
                    <a:pt x="5310771" y="20510"/>
                  </a:lnTo>
                  <a:lnTo>
                    <a:pt x="5344172" y="44894"/>
                  </a:lnTo>
                  <a:lnTo>
                    <a:pt x="5359806" y="34759"/>
                  </a:lnTo>
                  <a:close/>
                </a:path>
                <a:path h="1905000" w="5372100">
                  <a:moveTo>
                    <a:pt x="5372100" y="1786940"/>
                  </a:moveTo>
                  <a:lnTo>
                    <a:pt x="5353050" y="1786940"/>
                  </a:lnTo>
                  <a:lnTo>
                    <a:pt x="5353050" y="1836305"/>
                  </a:lnTo>
                  <a:lnTo>
                    <a:pt x="5352008" y="1841677"/>
                  </a:lnTo>
                  <a:lnTo>
                    <a:pt x="5370119" y="1845830"/>
                  </a:lnTo>
                  <a:lnTo>
                    <a:pt x="5370652" y="1843671"/>
                  </a:lnTo>
                  <a:lnTo>
                    <a:pt x="5371744" y="1836305"/>
                  </a:lnTo>
                  <a:lnTo>
                    <a:pt x="5372100" y="1828800"/>
                  </a:lnTo>
                  <a:lnTo>
                    <a:pt x="5372100" y="1786940"/>
                  </a:lnTo>
                  <a:close/>
                </a:path>
                <a:path h="1905000" w="5372100">
                  <a:moveTo>
                    <a:pt x="5372100" y="1691881"/>
                  </a:moveTo>
                  <a:lnTo>
                    <a:pt x="5353050" y="1691881"/>
                  </a:lnTo>
                  <a:lnTo>
                    <a:pt x="5353050" y="1749031"/>
                  </a:lnTo>
                  <a:lnTo>
                    <a:pt x="5372100" y="1749031"/>
                  </a:lnTo>
                  <a:lnTo>
                    <a:pt x="5372100" y="1691881"/>
                  </a:lnTo>
                  <a:close/>
                </a:path>
                <a:path h="1905000" w="5372100">
                  <a:moveTo>
                    <a:pt x="5372100" y="1596821"/>
                  </a:moveTo>
                  <a:lnTo>
                    <a:pt x="5353050" y="1596821"/>
                  </a:lnTo>
                  <a:lnTo>
                    <a:pt x="5353050" y="1653971"/>
                  </a:lnTo>
                  <a:lnTo>
                    <a:pt x="5372100" y="1653971"/>
                  </a:lnTo>
                  <a:lnTo>
                    <a:pt x="5372100" y="1596821"/>
                  </a:lnTo>
                  <a:close/>
                </a:path>
                <a:path h="1905000" w="5372100">
                  <a:moveTo>
                    <a:pt x="5372100" y="1501762"/>
                  </a:moveTo>
                  <a:lnTo>
                    <a:pt x="5353050" y="1501762"/>
                  </a:lnTo>
                  <a:lnTo>
                    <a:pt x="5353050" y="1558912"/>
                  </a:lnTo>
                  <a:lnTo>
                    <a:pt x="5372100" y="1558912"/>
                  </a:lnTo>
                  <a:lnTo>
                    <a:pt x="5372100" y="1501762"/>
                  </a:lnTo>
                  <a:close/>
                </a:path>
                <a:path h="1905000" w="5372100">
                  <a:moveTo>
                    <a:pt x="5372100" y="1406702"/>
                  </a:moveTo>
                  <a:lnTo>
                    <a:pt x="5353050" y="1406702"/>
                  </a:lnTo>
                  <a:lnTo>
                    <a:pt x="5353050" y="1463852"/>
                  </a:lnTo>
                  <a:lnTo>
                    <a:pt x="5372100" y="1463852"/>
                  </a:lnTo>
                  <a:lnTo>
                    <a:pt x="5372100" y="1406702"/>
                  </a:lnTo>
                  <a:close/>
                </a:path>
                <a:path h="1905000" w="5372100">
                  <a:moveTo>
                    <a:pt x="5372100" y="1311643"/>
                  </a:moveTo>
                  <a:lnTo>
                    <a:pt x="5353050" y="1311643"/>
                  </a:lnTo>
                  <a:lnTo>
                    <a:pt x="5353050" y="1368793"/>
                  </a:lnTo>
                  <a:lnTo>
                    <a:pt x="5372100" y="1368793"/>
                  </a:lnTo>
                  <a:lnTo>
                    <a:pt x="5372100" y="1311643"/>
                  </a:lnTo>
                  <a:close/>
                </a:path>
                <a:path h="1905000" w="5372100">
                  <a:moveTo>
                    <a:pt x="5372100" y="1216583"/>
                  </a:moveTo>
                  <a:lnTo>
                    <a:pt x="5353050" y="1216583"/>
                  </a:lnTo>
                  <a:lnTo>
                    <a:pt x="5353050" y="1273733"/>
                  </a:lnTo>
                  <a:lnTo>
                    <a:pt x="5372100" y="1273733"/>
                  </a:lnTo>
                  <a:lnTo>
                    <a:pt x="5372100" y="1216583"/>
                  </a:lnTo>
                  <a:close/>
                </a:path>
                <a:path h="1905000" w="5372100">
                  <a:moveTo>
                    <a:pt x="5372100" y="1121524"/>
                  </a:moveTo>
                  <a:lnTo>
                    <a:pt x="5353050" y="1121524"/>
                  </a:lnTo>
                  <a:lnTo>
                    <a:pt x="5353050" y="1178674"/>
                  </a:lnTo>
                  <a:lnTo>
                    <a:pt x="5372100" y="1178674"/>
                  </a:lnTo>
                  <a:lnTo>
                    <a:pt x="5372100" y="1121524"/>
                  </a:lnTo>
                  <a:close/>
                </a:path>
                <a:path h="1905000" w="5372100">
                  <a:moveTo>
                    <a:pt x="5372100" y="1026452"/>
                  </a:moveTo>
                  <a:lnTo>
                    <a:pt x="5353050" y="1026452"/>
                  </a:lnTo>
                  <a:lnTo>
                    <a:pt x="5353050" y="1083602"/>
                  </a:lnTo>
                  <a:lnTo>
                    <a:pt x="5372100" y="1083602"/>
                  </a:lnTo>
                  <a:lnTo>
                    <a:pt x="5372100" y="1026452"/>
                  </a:lnTo>
                  <a:close/>
                </a:path>
                <a:path h="1905000" w="5372100">
                  <a:moveTo>
                    <a:pt x="5372100" y="931392"/>
                  </a:moveTo>
                  <a:lnTo>
                    <a:pt x="5353050" y="931392"/>
                  </a:lnTo>
                  <a:lnTo>
                    <a:pt x="5353050" y="988542"/>
                  </a:lnTo>
                  <a:lnTo>
                    <a:pt x="5372100" y="988542"/>
                  </a:lnTo>
                  <a:lnTo>
                    <a:pt x="5372100" y="931392"/>
                  </a:lnTo>
                  <a:close/>
                </a:path>
                <a:path h="1905000" w="5372100">
                  <a:moveTo>
                    <a:pt x="5372100" y="836333"/>
                  </a:moveTo>
                  <a:lnTo>
                    <a:pt x="5353050" y="836333"/>
                  </a:lnTo>
                  <a:lnTo>
                    <a:pt x="5353050" y="893483"/>
                  </a:lnTo>
                  <a:lnTo>
                    <a:pt x="5372100" y="893483"/>
                  </a:lnTo>
                  <a:lnTo>
                    <a:pt x="5372100" y="836333"/>
                  </a:lnTo>
                  <a:close/>
                </a:path>
                <a:path h="1905000" w="5372100">
                  <a:moveTo>
                    <a:pt x="5372100" y="741273"/>
                  </a:moveTo>
                  <a:lnTo>
                    <a:pt x="5353050" y="741273"/>
                  </a:lnTo>
                  <a:lnTo>
                    <a:pt x="5353050" y="798423"/>
                  </a:lnTo>
                  <a:lnTo>
                    <a:pt x="5372100" y="798423"/>
                  </a:lnTo>
                  <a:lnTo>
                    <a:pt x="5372100" y="741273"/>
                  </a:lnTo>
                  <a:close/>
                </a:path>
                <a:path h="1905000" w="5372100">
                  <a:moveTo>
                    <a:pt x="5372100" y="646214"/>
                  </a:moveTo>
                  <a:lnTo>
                    <a:pt x="5353050" y="646214"/>
                  </a:lnTo>
                  <a:lnTo>
                    <a:pt x="5353050" y="703364"/>
                  </a:lnTo>
                  <a:lnTo>
                    <a:pt x="5372100" y="703364"/>
                  </a:lnTo>
                  <a:lnTo>
                    <a:pt x="5372100" y="646214"/>
                  </a:lnTo>
                  <a:close/>
                </a:path>
                <a:path h="1905000" w="5372100">
                  <a:moveTo>
                    <a:pt x="5372100" y="551154"/>
                  </a:moveTo>
                  <a:lnTo>
                    <a:pt x="5353050" y="551154"/>
                  </a:lnTo>
                  <a:lnTo>
                    <a:pt x="5353050" y="608304"/>
                  </a:lnTo>
                  <a:lnTo>
                    <a:pt x="5372100" y="608304"/>
                  </a:lnTo>
                  <a:lnTo>
                    <a:pt x="5372100" y="551154"/>
                  </a:lnTo>
                  <a:close/>
                </a:path>
                <a:path h="1905000" w="5372100">
                  <a:moveTo>
                    <a:pt x="5372100" y="456095"/>
                  </a:moveTo>
                  <a:lnTo>
                    <a:pt x="5353050" y="456095"/>
                  </a:lnTo>
                  <a:lnTo>
                    <a:pt x="5353050" y="513245"/>
                  </a:lnTo>
                  <a:lnTo>
                    <a:pt x="5372100" y="513245"/>
                  </a:lnTo>
                  <a:lnTo>
                    <a:pt x="5372100" y="456095"/>
                  </a:lnTo>
                  <a:close/>
                </a:path>
                <a:path h="1905000" w="5372100">
                  <a:moveTo>
                    <a:pt x="5372100" y="361035"/>
                  </a:moveTo>
                  <a:lnTo>
                    <a:pt x="5353050" y="361035"/>
                  </a:lnTo>
                  <a:lnTo>
                    <a:pt x="5353050" y="418185"/>
                  </a:lnTo>
                  <a:lnTo>
                    <a:pt x="5372100" y="418185"/>
                  </a:lnTo>
                  <a:lnTo>
                    <a:pt x="5372100" y="361035"/>
                  </a:lnTo>
                  <a:close/>
                </a:path>
                <a:path h="1905000" w="5372100">
                  <a:moveTo>
                    <a:pt x="5372100" y="265976"/>
                  </a:moveTo>
                  <a:lnTo>
                    <a:pt x="5353050" y="265976"/>
                  </a:lnTo>
                  <a:lnTo>
                    <a:pt x="5353050" y="323126"/>
                  </a:lnTo>
                  <a:lnTo>
                    <a:pt x="5372100" y="323126"/>
                  </a:lnTo>
                  <a:lnTo>
                    <a:pt x="5372100" y="265976"/>
                  </a:lnTo>
                  <a:close/>
                </a:path>
                <a:path h="1905000" w="5372100">
                  <a:moveTo>
                    <a:pt x="5372100" y="170916"/>
                  </a:moveTo>
                  <a:lnTo>
                    <a:pt x="5353050" y="170916"/>
                  </a:lnTo>
                  <a:lnTo>
                    <a:pt x="5353050" y="228066"/>
                  </a:lnTo>
                  <a:lnTo>
                    <a:pt x="5372100" y="228066"/>
                  </a:lnTo>
                  <a:lnTo>
                    <a:pt x="5372100" y="170916"/>
                  </a:lnTo>
                  <a:close/>
                </a:path>
                <a:path h="1905000" w="5372100">
                  <a:moveTo>
                    <a:pt x="5372100" y="132994"/>
                  </a:moveTo>
                  <a:lnTo>
                    <a:pt x="5372087" y="75869"/>
                  </a:lnTo>
                  <a:lnTo>
                    <a:pt x="5353050" y="75869"/>
                  </a:lnTo>
                  <a:lnTo>
                    <a:pt x="5353050" y="132994"/>
                  </a:lnTo>
                  <a:lnTo>
                    <a:pt x="5372100" y="132994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8724899" y="4726780"/>
              <a:ext cx="342900" cy="300355"/>
            </a:xfrm>
            <a:custGeom>
              <a:avLst/>
              <a:gdLst/>
              <a:ahLst/>
              <a:cxnLst/>
              <a:rect b="b" l="l" r="r" t="t"/>
              <a:pathLst>
                <a:path h="300354" w="342900">
                  <a:moveTo>
                    <a:pt x="300037" y="300037"/>
                  </a:moveTo>
                  <a:lnTo>
                    <a:pt x="42862" y="300037"/>
                  </a:lnTo>
                  <a:lnTo>
                    <a:pt x="26191" y="296664"/>
                  </a:lnTo>
                  <a:lnTo>
                    <a:pt x="12565" y="287471"/>
                  </a:lnTo>
                  <a:lnTo>
                    <a:pt x="3372" y="273845"/>
                  </a:lnTo>
                  <a:lnTo>
                    <a:pt x="0" y="257174"/>
                  </a:lnTo>
                  <a:lnTo>
                    <a:pt x="0" y="42862"/>
                  </a:lnTo>
                  <a:lnTo>
                    <a:pt x="3372" y="26191"/>
                  </a:lnTo>
                  <a:lnTo>
                    <a:pt x="12565" y="12565"/>
                  </a:lnTo>
                  <a:lnTo>
                    <a:pt x="26191" y="3372"/>
                  </a:lnTo>
                  <a:lnTo>
                    <a:pt x="42862" y="0"/>
                  </a:lnTo>
                  <a:lnTo>
                    <a:pt x="300037" y="0"/>
                  </a:lnTo>
                  <a:lnTo>
                    <a:pt x="316708" y="3372"/>
                  </a:lnTo>
                  <a:lnTo>
                    <a:pt x="330334" y="12565"/>
                  </a:lnTo>
                  <a:lnTo>
                    <a:pt x="339527" y="26191"/>
                  </a:lnTo>
                  <a:lnTo>
                    <a:pt x="342899" y="42862"/>
                  </a:lnTo>
                  <a:lnTo>
                    <a:pt x="70746" y="42862"/>
                  </a:lnTo>
                  <a:lnTo>
                    <a:pt x="66645" y="43678"/>
                  </a:lnTo>
                  <a:lnTo>
                    <a:pt x="42862" y="70746"/>
                  </a:lnTo>
                  <a:lnTo>
                    <a:pt x="42862" y="79272"/>
                  </a:lnTo>
                  <a:lnTo>
                    <a:pt x="70746" y="107156"/>
                  </a:lnTo>
                  <a:lnTo>
                    <a:pt x="198306" y="107156"/>
                  </a:lnTo>
                  <a:lnTo>
                    <a:pt x="193283" y="109768"/>
                  </a:lnTo>
                  <a:lnTo>
                    <a:pt x="190336" y="114188"/>
                  </a:lnTo>
                  <a:lnTo>
                    <a:pt x="151294" y="171449"/>
                  </a:lnTo>
                  <a:lnTo>
                    <a:pt x="96976" y="171449"/>
                  </a:lnTo>
                  <a:lnTo>
                    <a:pt x="92288" y="173660"/>
                  </a:lnTo>
                  <a:lnTo>
                    <a:pt x="89274" y="177477"/>
                  </a:lnTo>
                  <a:lnTo>
                    <a:pt x="42527" y="235877"/>
                  </a:lnTo>
                  <a:lnTo>
                    <a:pt x="41790" y="242507"/>
                  </a:lnTo>
                  <a:lnTo>
                    <a:pt x="47148" y="253625"/>
                  </a:lnTo>
                  <a:lnTo>
                    <a:pt x="52774" y="257174"/>
                  </a:lnTo>
                  <a:lnTo>
                    <a:pt x="342899" y="257174"/>
                  </a:lnTo>
                  <a:lnTo>
                    <a:pt x="339527" y="273845"/>
                  </a:lnTo>
                  <a:lnTo>
                    <a:pt x="330334" y="287471"/>
                  </a:lnTo>
                  <a:lnTo>
                    <a:pt x="316708" y="296664"/>
                  </a:lnTo>
                  <a:lnTo>
                    <a:pt x="300037" y="300037"/>
                  </a:lnTo>
                  <a:close/>
                </a:path>
                <a:path h="300354" w="342900">
                  <a:moveTo>
                    <a:pt x="342899" y="257174"/>
                  </a:moveTo>
                  <a:lnTo>
                    <a:pt x="289924" y="257174"/>
                  </a:lnTo>
                  <a:lnTo>
                    <a:pt x="295416" y="253893"/>
                  </a:lnTo>
                  <a:lnTo>
                    <a:pt x="300908" y="243311"/>
                  </a:lnTo>
                  <a:lnTo>
                    <a:pt x="300573" y="236949"/>
                  </a:lnTo>
                  <a:lnTo>
                    <a:pt x="213843" y="109768"/>
                  </a:lnTo>
                  <a:lnTo>
                    <a:pt x="208887" y="107156"/>
                  </a:lnTo>
                  <a:lnTo>
                    <a:pt x="79272" y="107156"/>
                  </a:lnTo>
                  <a:lnTo>
                    <a:pt x="83372" y="106340"/>
                  </a:lnTo>
                  <a:lnTo>
                    <a:pt x="107156" y="79272"/>
                  </a:lnTo>
                  <a:lnTo>
                    <a:pt x="107156" y="70746"/>
                  </a:lnTo>
                  <a:lnTo>
                    <a:pt x="79272" y="42862"/>
                  </a:lnTo>
                  <a:lnTo>
                    <a:pt x="342899" y="42862"/>
                  </a:lnTo>
                  <a:lnTo>
                    <a:pt x="342899" y="257174"/>
                  </a:lnTo>
                  <a:close/>
                </a:path>
                <a:path h="300354" w="342900">
                  <a:moveTo>
                    <a:pt x="132070" y="199645"/>
                  </a:moveTo>
                  <a:lnTo>
                    <a:pt x="111241" y="173660"/>
                  </a:lnTo>
                  <a:lnTo>
                    <a:pt x="106620" y="171449"/>
                  </a:lnTo>
                  <a:lnTo>
                    <a:pt x="151294" y="171449"/>
                  </a:lnTo>
                  <a:lnTo>
                    <a:pt x="132070" y="199645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bIns="0" lIns="0" numCol="1" rIns="0" rtlCol="0" tIns="0" wrap="square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6210299" y="1409699"/>
            <a:ext cx="609600" cy="609600"/>
            <a:chOff x="6210299" y="1409699"/>
            <a:chExt cx="609600" cy="609600"/>
          </a:xfrm>
        </p:grpSpPr>
        <p:sp>
          <p:nvSpPr>
            <p:cNvPr id="29" name="object 29"/>
            <p:cNvSpPr/>
            <p:nvPr/>
          </p:nvSpPr>
          <p:spPr>
            <a:xfrm>
              <a:off x="6219824" y="14192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5" y="408271"/>
                  </a:lnTo>
                  <a:lnTo>
                    <a:pt x="8848" y="367020"/>
                  </a:lnTo>
                  <a:lnTo>
                    <a:pt x="1421" y="324216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2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3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79" y="5673"/>
                  </a:lnTo>
                  <a:lnTo>
                    <a:pt x="394749" y="17260"/>
                  </a:lnTo>
                  <a:lnTo>
                    <a:pt x="434465" y="34865"/>
                  </a:lnTo>
                  <a:lnTo>
                    <a:pt x="471169" y="58107"/>
                  </a:lnTo>
                  <a:lnTo>
                    <a:pt x="504065" y="86483"/>
                  </a:lnTo>
                  <a:lnTo>
                    <a:pt x="532441" y="119379"/>
                  </a:lnTo>
                  <a:lnTo>
                    <a:pt x="555683" y="156083"/>
                  </a:lnTo>
                  <a:lnTo>
                    <a:pt x="573288" y="195799"/>
                  </a:lnTo>
                  <a:lnTo>
                    <a:pt x="584875" y="237669"/>
                  </a:lnTo>
                  <a:lnTo>
                    <a:pt x="590195" y="280786"/>
                  </a:lnTo>
                  <a:lnTo>
                    <a:pt x="590549" y="295274"/>
                  </a:lnTo>
                  <a:lnTo>
                    <a:pt x="590195" y="309763"/>
                  </a:lnTo>
                  <a:lnTo>
                    <a:pt x="584875" y="352880"/>
                  </a:lnTo>
                  <a:lnTo>
                    <a:pt x="573288" y="394749"/>
                  </a:lnTo>
                  <a:lnTo>
                    <a:pt x="555682" y="434466"/>
                  </a:lnTo>
                  <a:lnTo>
                    <a:pt x="532441" y="471170"/>
                  </a:lnTo>
                  <a:lnTo>
                    <a:pt x="504065" y="504065"/>
                  </a:lnTo>
                  <a:lnTo>
                    <a:pt x="471169" y="532442"/>
                  </a:lnTo>
                  <a:lnTo>
                    <a:pt x="434466" y="555684"/>
                  </a:lnTo>
                  <a:lnTo>
                    <a:pt x="394749" y="573289"/>
                  </a:lnTo>
                  <a:lnTo>
                    <a:pt x="352879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219824" y="14192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4" y="380988"/>
                  </a:lnTo>
                  <a:lnTo>
                    <a:pt x="562199" y="421521"/>
                  </a:lnTo>
                  <a:lnTo>
                    <a:pt x="540785" y="459320"/>
                  </a:lnTo>
                  <a:lnTo>
                    <a:pt x="514058" y="493569"/>
                  </a:lnTo>
                  <a:lnTo>
                    <a:pt x="482594" y="523525"/>
                  </a:lnTo>
                  <a:lnTo>
                    <a:pt x="447076" y="548540"/>
                  </a:lnTo>
                  <a:lnTo>
                    <a:pt x="408270" y="568073"/>
                  </a:lnTo>
                  <a:lnTo>
                    <a:pt x="367020" y="581700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0" y="440817"/>
                  </a:lnTo>
                  <a:lnTo>
                    <a:pt x="19784" y="401540"/>
                  </a:lnTo>
                  <a:lnTo>
                    <a:pt x="7174" y="359971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6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2" y="4346"/>
                  </a:lnTo>
                  <a:lnTo>
                    <a:pt x="387898" y="14903"/>
                  </a:lnTo>
                  <a:lnTo>
                    <a:pt x="428031" y="31526"/>
                  </a:lnTo>
                  <a:lnTo>
                    <a:pt x="465297" y="53863"/>
                  </a:lnTo>
                  <a:lnTo>
                    <a:pt x="498876" y="81421"/>
                  </a:lnTo>
                  <a:lnTo>
                    <a:pt x="528054" y="113614"/>
                  </a:lnTo>
                  <a:lnTo>
                    <a:pt x="552187" y="149732"/>
                  </a:lnTo>
                  <a:lnTo>
                    <a:pt x="570764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31" name="object 31"/>
            <p:cNvPicPr/>
            <p:nvPr/>
          </p:nvPicPr>
          <p:blipFill>
            <a:blip cstate="print" r:embed="rId6"/>
            <a:stretch>
              <a:fillRect/>
            </a:stretch>
          </p:blipFill>
          <p:spPr>
            <a:xfrm>
              <a:off x="6400799" y="1600199"/>
              <a:ext cx="228599" cy="228599"/>
            </a:xfrm>
            <a:prstGeom prst="rect">
              <a:avLst/>
            </a:prstGeom>
          </p:spPr>
        </p:pic>
      </p:grpSp>
      <p:sp>
        <p:nvSpPr>
          <p:cNvPr id="32" name="object 32"/>
          <p:cNvSpPr txBox="1"/>
          <p:nvPr/>
        </p:nvSpPr>
        <p:spPr>
          <a:xfrm>
            <a:off x="6959600" y="1416050"/>
            <a:ext cx="2075814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Disabling</a:t>
            </a:r>
            <a:r>
              <a:rPr dirty="0" spc="-80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Port</a:t>
            </a:r>
            <a:r>
              <a:rPr dirty="0" spc="-7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Alerts</a:t>
            </a:r>
            <a:endParaRPr sz="1800">
              <a:latin typeface="Segoe UI"/>
              <a:cs typeface="Segoe UI"/>
            </a:endParaRPr>
          </a:p>
        </p:txBody>
      </p:sp>
      <p:pic>
        <p:nvPicPr>
          <p:cNvPr id="33" name="object 33"/>
          <p:cNvPicPr/>
          <p:nvPr/>
        </p:nvPicPr>
        <p:blipFill>
          <a:blip cstate="print" r:embed="rId7"/>
          <a:stretch>
            <a:fillRect/>
          </a:stretch>
        </p:blipFill>
        <p:spPr>
          <a:xfrm>
            <a:off x="6972299" y="1800224"/>
            <a:ext cx="247649" cy="247649"/>
          </a:xfrm>
          <a:prstGeom prst="rect">
            <a:avLst/>
          </a:prstGeom>
        </p:spPr>
      </p:pic>
      <p:pic>
        <p:nvPicPr>
          <p:cNvPr id="34" name="object 34"/>
          <p:cNvPicPr/>
          <p:nvPr/>
        </p:nvPicPr>
        <p:blipFill>
          <a:blip cstate="print" r:embed="rId7"/>
          <a:stretch>
            <a:fillRect/>
          </a:stretch>
        </p:blipFill>
        <p:spPr>
          <a:xfrm>
            <a:off x="6972299" y="2162174"/>
            <a:ext cx="247649" cy="247649"/>
          </a:xfrm>
          <a:prstGeom prst="rect">
            <a:avLst/>
          </a:prstGeom>
        </p:spPr>
      </p:pic>
      <p:pic>
        <p:nvPicPr>
          <p:cNvPr id="35" name="object 35"/>
          <p:cNvPicPr/>
          <p:nvPr/>
        </p:nvPicPr>
        <p:blipFill>
          <a:blip cstate="print" r:embed="rId8"/>
          <a:stretch>
            <a:fillRect/>
          </a:stretch>
        </p:blipFill>
        <p:spPr>
          <a:xfrm>
            <a:off x="6972299" y="3057524"/>
            <a:ext cx="95249" cy="247649"/>
          </a:xfrm>
          <a:prstGeom prst="rect">
            <a:avLst/>
          </a:prstGeom>
        </p:spPr>
      </p:pic>
      <p:sp>
        <p:nvSpPr>
          <p:cNvPr id="36" name="object 36"/>
          <p:cNvSpPr txBox="1"/>
          <p:nvPr/>
        </p:nvSpPr>
        <p:spPr>
          <a:xfrm>
            <a:off x="7034014" y="1806575"/>
            <a:ext cx="5031105" cy="9550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indent="-267970" marL="280670">
              <a:lnSpc>
                <a:spcPct val="100000"/>
              </a:lnSpc>
              <a:spcBef>
                <a:spcPts val="100"/>
              </a:spcBef>
              <a:buClr>
                <a:srgbClr val="FFFFFF"/>
              </a:buClr>
              <a:buFont typeface="Segoe UI"/>
              <a:buAutoNum type="arabicPlain"/>
              <a:tabLst>
                <a:tab algn="l" pos="280670"/>
              </a:tabLst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Navigate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Security</a:t>
            </a:r>
            <a:r>
              <a:rPr b="1"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tab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SNMP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Properties</a:t>
            </a:r>
            <a:endParaRPr sz="1350">
              <a:latin typeface="Segoe UI"/>
              <a:cs typeface="Segoe UI"/>
            </a:endParaRPr>
          </a:p>
          <a:p>
            <a:pPr indent="-120014" marL="132080" marR="5080">
              <a:lnSpc>
                <a:spcPct val="175900"/>
              </a:lnSpc>
              <a:buAutoNum type="arabicPlain"/>
              <a:tabLst>
                <a:tab algn="l" pos="132080"/>
                <a:tab algn="l" pos="280670"/>
              </a:tabLst>
            </a:pPr>
            <a:r>
              <a:rPr b="1" dirty="0" sz="13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Click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b="1" dirty="0" sz="1350">
                <a:solidFill>
                  <a:srgbClr val="333333"/>
                </a:solidFill>
                <a:latin typeface="Segoe UI"/>
                <a:cs typeface="Segoe UI"/>
              </a:rPr>
              <a:t>Add/Edit</a:t>
            </a:r>
            <a:r>
              <a:rPr b="1" dirty="0" spc="-3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on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rules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that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include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targeted</a:t>
            </a:r>
            <a:r>
              <a:rPr dirty="0" spc="-3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ports </a:t>
            </a:r>
            <a:r>
              <a:rPr dirty="0" spc="-25" sz="135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959600" y="2736214"/>
            <a:ext cx="1043940" cy="1092200"/>
          </a:xfrm>
          <a:prstGeom prst="rect">
            <a:avLst/>
          </a:prstGeom>
        </p:spPr>
        <p:txBody>
          <a:bodyPr bIns="0" lIns="0" numCol="1" rIns="0" rtlCol="0" tIns="73660" vert="horz" wrap="square">
            <a:spAutoFit/>
          </a:bodyPr>
          <a:lstStyle/>
          <a:p>
            <a:pPr marL="206375">
              <a:lnSpc>
                <a:spcPct val="100000"/>
              </a:lnSpc>
              <a:spcBef>
                <a:spcPts val="580"/>
              </a:spcBef>
            </a:pP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PowerShell</a:t>
            </a:r>
            <a:endParaRPr sz="1350">
              <a:latin typeface="Segoe UI"/>
              <a:cs typeface="Segoe UI"/>
            </a:endParaRPr>
          </a:p>
          <a:p>
            <a:pPr indent="-194310" marL="206375" marR="95885">
              <a:lnSpc>
                <a:spcPct val="129600"/>
              </a:lnSpc>
            </a:pPr>
            <a:r>
              <a:rPr b="1" dirty="0" sz="1350">
                <a:solidFill>
                  <a:srgbClr val="FFFFFF"/>
                </a:solidFill>
                <a:latin typeface="Segoe UI"/>
                <a:cs typeface="Segoe UI"/>
              </a:rPr>
              <a:t>3</a:t>
            </a:r>
            <a:r>
              <a:rPr b="1" dirty="0" spc="370" sz="135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modify 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SNMP</a:t>
            </a:r>
            <a:endParaRPr sz="1350">
              <a:latin typeface="Segoe UI"/>
              <a:cs typeface="Segoe UI"/>
            </a:endParaRPr>
          </a:p>
          <a:p>
            <a:pPr marL="206375">
              <a:lnSpc>
                <a:spcPct val="100000"/>
              </a:lnSpc>
              <a:spcBef>
                <a:spcPts val="480"/>
              </a:spcBef>
            </a:pP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settings: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8143874" y="2838449"/>
            <a:ext cx="6153150" cy="723900"/>
          </a:xfrm>
          <a:prstGeom prst="rect">
            <a:avLst/>
          </a:prstGeom>
          <a:solidFill>
            <a:srgbClr val="F2F4F5"/>
          </a:solidFill>
        </p:spPr>
        <p:txBody>
          <a:bodyPr bIns="0" lIns="0" numCol="1" rIns="0" rtlCol="0" tIns="76200" vert="horz" wrap="square">
            <a:spAutoFit/>
          </a:bodyPr>
          <a:lstStyle/>
          <a:p>
            <a:pPr marL="71120">
              <a:lnSpc>
                <a:spcPct val="100000"/>
              </a:lnSpc>
              <a:spcBef>
                <a:spcPts val="600"/>
              </a:spcBef>
            </a:pPr>
            <a:r>
              <a:rPr dirty="0" sz="1050">
                <a:solidFill>
                  <a:srgbClr val="333333"/>
                </a:solidFill>
                <a:latin typeface="Liberation Mono"/>
                <a:cs typeface="Liberation Mono"/>
              </a:rPr>
              <a:t>Set-ItemProperty -</a:t>
            </a:r>
            <a:r>
              <a:rPr dirty="0" spc="-20" sz="1050">
                <a:solidFill>
                  <a:srgbClr val="333333"/>
                </a:solidFill>
                <a:latin typeface="Liberation Mono"/>
                <a:cs typeface="Liberation Mono"/>
              </a:rPr>
              <a:t>Path</a:t>
            </a:r>
            <a:endParaRPr sz="1050">
              <a:latin typeface="Liberation Mono"/>
              <a:cs typeface="Liberation Mono"/>
            </a:endParaRPr>
          </a:p>
          <a:p>
            <a:pPr marL="71120">
              <a:lnSpc>
                <a:spcPct val="100000"/>
              </a:lnSpc>
              <a:spcBef>
                <a:spcPts val="240"/>
              </a:spcBef>
            </a:pPr>
            <a:r>
              <a:rPr dirty="0" spc="-10" sz="1050">
                <a:solidFill>
                  <a:srgbClr val="333333"/>
                </a:solidFill>
                <a:latin typeface="Liberation Mono"/>
                <a:cs typeface="Liberation Mono"/>
              </a:rPr>
              <a:t>"HKLM:\SYSTEM\CurrentControlSet\Services\SNMP\Parameters\TrapConfiguration"</a:t>
            </a:r>
            <a:endParaRPr sz="1050">
              <a:latin typeface="Liberation Mono"/>
              <a:cs typeface="Liberation Mono"/>
            </a:endParaRPr>
          </a:p>
          <a:p>
            <a:pPr marL="71120">
              <a:lnSpc>
                <a:spcPct val="100000"/>
              </a:lnSpc>
              <a:spcBef>
                <a:spcPts val="240"/>
              </a:spcBef>
            </a:pPr>
            <a:r>
              <a:rPr dirty="0" sz="1050">
                <a:solidFill>
                  <a:srgbClr val="333333"/>
                </a:solidFill>
                <a:latin typeface="Liberation Mono"/>
                <a:cs typeface="Liberation Mono"/>
              </a:rPr>
              <a:t>-Name "ExcludePorts" -Value </a:t>
            </a:r>
            <a:r>
              <a:rPr dirty="0" spc="-10" sz="1050">
                <a:solidFill>
                  <a:srgbClr val="333333"/>
                </a:solidFill>
                <a:latin typeface="Liberation Mono"/>
                <a:cs typeface="Liberation Mono"/>
              </a:rPr>
              <a:t>"8080,7070,443"</a:t>
            </a:r>
            <a:endParaRPr sz="1050">
              <a:latin typeface="Liberation Mono"/>
              <a:cs typeface="Liberation Mono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7396261" y="5089433"/>
            <a:ext cx="3000375" cy="446405"/>
          </a:xfrm>
          <a:prstGeom prst="rect">
            <a:avLst/>
          </a:prstGeom>
        </p:spPr>
        <p:txBody>
          <a:bodyPr bIns="0" lIns="0" numCol="1" rIns="0" rtlCol="0" tIns="53975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425"/>
              </a:spcBef>
            </a:pPr>
            <a:r>
              <a:rPr dirty="0" sz="1200">
                <a:solidFill>
                  <a:srgbClr val="2562EB"/>
                </a:solidFill>
                <a:latin typeface="Segoe UI"/>
                <a:cs typeface="Segoe UI"/>
              </a:rPr>
              <a:t>SNMP</a:t>
            </a:r>
            <a:r>
              <a:rPr dirty="0" spc="-20" sz="1200">
                <a:solidFill>
                  <a:srgbClr val="2562EB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2562EB"/>
                </a:solidFill>
                <a:latin typeface="Segoe UI"/>
                <a:cs typeface="Segoe UI"/>
              </a:rPr>
              <a:t>Configuration</a:t>
            </a:r>
            <a:r>
              <a:rPr dirty="0" spc="-15" sz="1200">
                <a:solidFill>
                  <a:srgbClr val="2562EB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2562EB"/>
                </a:solidFill>
                <a:latin typeface="Segoe UI"/>
                <a:cs typeface="Segoe UI"/>
              </a:rPr>
              <a:t>Screenshot</a:t>
            </a:r>
            <a:endParaRPr sz="1200">
              <a:latin typeface="Segoe UI"/>
              <a:cs typeface="Segoe UI"/>
            </a:endParaRPr>
          </a:p>
          <a:p>
            <a:pPr algn="ctr">
              <a:lnSpc>
                <a:spcPct val="100000"/>
              </a:lnSpc>
              <a:spcBef>
                <a:spcPts val="285"/>
              </a:spcBef>
            </a:pPr>
            <a:r>
              <a:rPr dirty="0" sz="1050">
                <a:solidFill>
                  <a:srgbClr val="6A7280"/>
                </a:solidFill>
                <a:latin typeface="Segoe UI"/>
                <a:cs typeface="Segoe UI"/>
              </a:rPr>
              <a:t>(Shows</a:t>
            </a:r>
            <a:r>
              <a:rPr dirty="0" spc="-25" sz="105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05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0" sz="105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050">
                <a:solidFill>
                  <a:srgbClr val="6A7280"/>
                </a:solidFill>
                <a:latin typeface="Segoe UI"/>
                <a:cs typeface="Segoe UI"/>
              </a:rPr>
              <a:t>SNMP</a:t>
            </a:r>
            <a:r>
              <a:rPr dirty="0" spc="-25" sz="105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pc="-10" sz="1050">
                <a:solidFill>
                  <a:srgbClr val="6A7280"/>
                </a:solidFill>
                <a:latin typeface="Segoe UI"/>
                <a:cs typeface="Segoe UI"/>
              </a:rPr>
              <a:t>Trap</a:t>
            </a:r>
            <a:r>
              <a:rPr dirty="0" spc="-25" sz="105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pc="-10" sz="1050">
                <a:solidFill>
                  <a:srgbClr val="6A7280"/>
                </a:solidFill>
                <a:latin typeface="Segoe UI"/>
                <a:cs typeface="Segoe UI"/>
              </a:rPr>
              <a:t>Configuration)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650531" y="6407149"/>
            <a:ext cx="956310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 sz="1350">
                <a:solidFill>
                  <a:srgbClr val="4A5462"/>
                </a:solidFill>
                <a:latin typeface="Segoe UI"/>
                <a:cs typeface="Segoe UI"/>
              </a:rPr>
              <a:t>Target</a:t>
            </a:r>
            <a:r>
              <a:rPr dirty="0" spc="-45" sz="135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4A5462"/>
                </a:solidFill>
                <a:latin typeface="Segoe UI"/>
                <a:cs typeface="Segoe UI"/>
              </a:rPr>
              <a:t>Ports: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5781674" y="6381749"/>
            <a:ext cx="542925" cy="285750"/>
          </a:xfrm>
          <a:custGeom>
            <a:avLst/>
            <a:gdLst/>
            <a:ahLst/>
            <a:cxnLst/>
            <a:rect b="b" l="l" r="r" t="t"/>
            <a:pathLst>
              <a:path h="285750" w="542925">
                <a:moveTo>
                  <a:pt x="4000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8"/>
                </a:lnTo>
                <a:lnTo>
                  <a:pt x="28120" y="227992"/>
                </a:lnTo>
                <a:lnTo>
                  <a:pt x="8348" y="190999"/>
                </a:lnTo>
                <a:lnTo>
                  <a:pt x="171" y="149893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8"/>
                </a:lnTo>
                <a:lnTo>
                  <a:pt x="28120" y="57756"/>
                </a:lnTo>
                <a:lnTo>
                  <a:pt x="57756" y="28119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0049" y="0"/>
                </a:lnTo>
                <a:lnTo>
                  <a:pt x="441524" y="6150"/>
                </a:lnTo>
                <a:lnTo>
                  <a:pt x="479425" y="24077"/>
                </a:lnTo>
                <a:lnTo>
                  <a:pt x="510494" y="52234"/>
                </a:lnTo>
                <a:lnTo>
                  <a:pt x="532048" y="88198"/>
                </a:lnTo>
                <a:lnTo>
                  <a:pt x="542238" y="128870"/>
                </a:lnTo>
                <a:lnTo>
                  <a:pt x="542924" y="142874"/>
                </a:lnTo>
                <a:lnTo>
                  <a:pt x="542753" y="149893"/>
                </a:lnTo>
                <a:lnTo>
                  <a:pt x="534575" y="190999"/>
                </a:lnTo>
                <a:lnTo>
                  <a:pt x="514802" y="227992"/>
                </a:lnTo>
                <a:lnTo>
                  <a:pt x="485167" y="257629"/>
                </a:lnTo>
                <a:lnTo>
                  <a:pt x="448174" y="277400"/>
                </a:lnTo>
                <a:lnTo>
                  <a:pt x="407069" y="285578"/>
                </a:lnTo>
                <a:lnTo>
                  <a:pt x="4000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2" name="object 42"/>
          <p:cNvSpPr/>
          <p:nvPr/>
        </p:nvSpPr>
        <p:spPr>
          <a:xfrm>
            <a:off x="6400799" y="6381749"/>
            <a:ext cx="552450" cy="285750"/>
          </a:xfrm>
          <a:custGeom>
            <a:avLst/>
            <a:gdLst/>
            <a:ahLst/>
            <a:cxnLst/>
            <a:rect b="b" l="l" r="r" t="t"/>
            <a:pathLst>
              <a:path h="285750" w="552450">
                <a:moveTo>
                  <a:pt x="40957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6" y="257628"/>
                </a:lnTo>
                <a:lnTo>
                  <a:pt x="28120" y="227992"/>
                </a:lnTo>
                <a:lnTo>
                  <a:pt x="8347" y="190999"/>
                </a:lnTo>
                <a:lnTo>
                  <a:pt x="171" y="149893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8"/>
                </a:lnTo>
                <a:lnTo>
                  <a:pt x="28120" y="57756"/>
                </a:lnTo>
                <a:lnTo>
                  <a:pt x="57756" y="28119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9574" y="0"/>
                </a:lnTo>
                <a:lnTo>
                  <a:pt x="451049" y="6150"/>
                </a:lnTo>
                <a:lnTo>
                  <a:pt x="488951" y="24077"/>
                </a:lnTo>
                <a:lnTo>
                  <a:pt x="520019" y="52234"/>
                </a:lnTo>
                <a:lnTo>
                  <a:pt x="541573" y="88198"/>
                </a:lnTo>
                <a:lnTo>
                  <a:pt x="551763" y="128870"/>
                </a:lnTo>
                <a:lnTo>
                  <a:pt x="552449" y="142874"/>
                </a:lnTo>
                <a:lnTo>
                  <a:pt x="552278" y="149893"/>
                </a:lnTo>
                <a:lnTo>
                  <a:pt x="544101" y="190999"/>
                </a:lnTo>
                <a:lnTo>
                  <a:pt x="524328" y="227992"/>
                </a:lnTo>
                <a:lnTo>
                  <a:pt x="494692" y="257629"/>
                </a:lnTo>
                <a:lnTo>
                  <a:pt x="457699" y="277400"/>
                </a:lnTo>
                <a:lnTo>
                  <a:pt x="416593" y="285578"/>
                </a:lnTo>
                <a:lnTo>
                  <a:pt x="40957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29449" y="6381749"/>
            <a:ext cx="457200" cy="285750"/>
          </a:xfrm>
          <a:custGeom>
            <a:avLst/>
            <a:gdLst/>
            <a:ahLst/>
            <a:cxnLst/>
            <a:rect b="b" l="l" r="r" t="t"/>
            <a:pathLst>
              <a:path h="285750" w="457200">
                <a:moveTo>
                  <a:pt x="31432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5" y="257628"/>
                </a:lnTo>
                <a:lnTo>
                  <a:pt x="28119" y="227992"/>
                </a:lnTo>
                <a:lnTo>
                  <a:pt x="8347" y="190999"/>
                </a:lnTo>
                <a:lnTo>
                  <a:pt x="171" y="149893"/>
                </a:lnTo>
                <a:lnTo>
                  <a:pt x="0" y="142874"/>
                </a:lnTo>
                <a:lnTo>
                  <a:pt x="171" y="135855"/>
                </a:lnTo>
                <a:lnTo>
                  <a:pt x="8346" y="94748"/>
                </a:lnTo>
                <a:lnTo>
                  <a:pt x="28119" y="57756"/>
                </a:lnTo>
                <a:lnTo>
                  <a:pt x="57755" y="28119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314324" y="0"/>
                </a:lnTo>
                <a:lnTo>
                  <a:pt x="355798" y="6150"/>
                </a:lnTo>
                <a:lnTo>
                  <a:pt x="393700" y="24077"/>
                </a:lnTo>
                <a:lnTo>
                  <a:pt x="424769" y="52234"/>
                </a:lnTo>
                <a:lnTo>
                  <a:pt x="446323" y="88198"/>
                </a:lnTo>
                <a:lnTo>
                  <a:pt x="456513" y="128870"/>
                </a:lnTo>
                <a:lnTo>
                  <a:pt x="457199" y="142874"/>
                </a:lnTo>
                <a:lnTo>
                  <a:pt x="457028" y="149893"/>
                </a:lnTo>
                <a:lnTo>
                  <a:pt x="448850" y="190999"/>
                </a:lnTo>
                <a:lnTo>
                  <a:pt x="429077" y="227992"/>
                </a:lnTo>
                <a:lnTo>
                  <a:pt x="399442" y="257629"/>
                </a:lnTo>
                <a:lnTo>
                  <a:pt x="362449" y="277400"/>
                </a:lnTo>
                <a:lnTo>
                  <a:pt x="321344" y="285578"/>
                </a:lnTo>
                <a:lnTo>
                  <a:pt x="31432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5886251" y="6422389"/>
            <a:ext cx="150304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632460"/>
                <a:tab algn="l" pos="1252855"/>
              </a:tabLst>
            </a:pP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5" sz="105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574182" y="6750050"/>
            <a:ext cx="304419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Management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SOP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0" y="7048499"/>
            <a:ext cx="12192000" cy="228600"/>
          </a:xfrm>
          <a:custGeom>
            <a:avLst/>
            <a:gdLst/>
            <a:ahLst/>
            <a:cxnLst/>
            <a:rect b="b" l="l" r="r" t="t"/>
            <a:pathLst>
              <a:path h="228600" w="12192000">
                <a:moveTo>
                  <a:pt x="12191999" y="228599"/>
                </a:moveTo>
                <a:lnTo>
                  <a:pt x="0" y="2285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2285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grpSp>
        <p:nvGrpSpPr>
          <p:cNvPr id="47" name="object 47"/>
          <p:cNvGrpSpPr/>
          <p:nvPr/>
        </p:nvGrpSpPr>
        <p:grpSpPr>
          <a:xfrm>
            <a:off x="12649199" y="6772275"/>
            <a:ext cx="1457325" cy="323850"/>
            <a:chOff x="12649199" y="6772275"/>
            <a:chExt cx="1457325" cy="323850"/>
          </a:xfrm>
        </p:grpSpPr>
        <p:sp>
          <p:nvSpPr>
            <p:cNvPr id="48" name="object 48"/>
            <p:cNvSpPr/>
            <p:nvPr/>
          </p:nvSpPr>
          <p:spPr>
            <a:xfrm>
              <a:off x="12649199" y="6772275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49" name="object 49"/>
            <p:cNvPicPr/>
            <p:nvPr/>
          </p:nvPicPr>
          <p:blipFill>
            <a:blip cstate="print" r:embed="rId9"/>
            <a:stretch>
              <a:fillRect/>
            </a:stretch>
          </p:blipFill>
          <p:spPr>
            <a:xfrm>
              <a:off x="12763499" y="6867524"/>
              <a:ext cx="133349" cy="133349"/>
            </a:xfrm>
            <a:prstGeom prst="rect">
              <a:avLst/>
            </a:prstGeom>
          </p:spPr>
        </p:pic>
      </p:grpSp>
      <p:sp>
        <p:nvSpPr>
          <p:cNvPr id="50" name="object 50"/>
          <p:cNvSpPr txBox="1"/>
          <p:nvPr/>
        </p:nvSpPr>
        <p:spPr>
          <a:xfrm>
            <a:off x="12942043" y="6854825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>
                <a:latin typeface="Segoe UI"/>
              </a:rPr>
              <a:t>PreethamArun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" y="5324474"/>
            <a:ext cx="11277600" cy="1104900"/>
            <a:chOff x="457199" y="5324474"/>
            <a:chExt cx="11277600" cy="1104900"/>
          </a:xfrm>
        </p:grpSpPr>
        <p:sp>
          <p:nvSpPr>
            <p:cNvPr id="3" name="object 3"/>
            <p:cNvSpPr/>
            <p:nvPr/>
          </p:nvSpPr>
          <p:spPr>
            <a:xfrm>
              <a:off x="476249" y="5324474"/>
              <a:ext cx="11258550" cy="1104900"/>
            </a:xfrm>
            <a:custGeom>
              <a:avLst/>
              <a:gdLst/>
              <a:ahLst/>
              <a:cxnLst/>
              <a:rect b="b" l="l" r="r" t="t"/>
              <a:pathLst>
                <a:path h="1104900" w="11258550">
                  <a:moveTo>
                    <a:pt x="11205151" y="1104899"/>
                  </a:moveTo>
                  <a:lnTo>
                    <a:pt x="33047" y="1104899"/>
                  </a:lnTo>
                  <a:lnTo>
                    <a:pt x="28187" y="1103449"/>
                  </a:lnTo>
                  <a:lnTo>
                    <a:pt x="966" y="1062618"/>
                  </a:lnTo>
                  <a:lnTo>
                    <a:pt x="0" y="1055328"/>
                  </a:lnTo>
                  <a:lnTo>
                    <a:pt x="0" y="1047749"/>
                  </a:lnTo>
                  <a:lnTo>
                    <a:pt x="0" y="49570"/>
                  </a:lnTo>
                  <a:lnTo>
                    <a:pt x="14731" y="11379"/>
                  </a:lnTo>
                  <a:lnTo>
                    <a:pt x="33047" y="0"/>
                  </a:lnTo>
                  <a:lnTo>
                    <a:pt x="11205151" y="0"/>
                  </a:lnTo>
                  <a:lnTo>
                    <a:pt x="11244461" y="19391"/>
                  </a:lnTo>
                  <a:lnTo>
                    <a:pt x="11258549" y="53397"/>
                  </a:lnTo>
                  <a:lnTo>
                    <a:pt x="11258549" y="1051502"/>
                  </a:lnTo>
                  <a:lnTo>
                    <a:pt x="11239155" y="1090814"/>
                  </a:lnTo>
                  <a:lnTo>
                    <a:pt x="11208867" y="1104533"/>
                  </a:lnTo>
                  <a:lnTo>
                    <a:pt x="11205151" y="1104899"/>
                  </a:lnTo>
                  <a:close/>
                </a:path>
              </a:pathLst>
            </a:custGeom>
            <a:solidFill>
              <a:srgbClr val="EFF5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57199" y="5324474"/>
              <a:ext cx="52069" cy="1104900"/>
            </a:xfrm>
            <a:custGeom>
              <a:avLst/>
              <a:gdLst/>
              <a:ahLst/>
              <a:cxnLst/>
              <a:rect b="b" l="l" r="r" t="t"/>
              <a:pathLst>
                <a:path h="1104900" w="52070">
                  <a:moveTo>
                    <a:pt x="51889" y="1104899"/>
                  </a:moveTo>
                  <a:lnTo>
                    <a:pt x="49571" y="1104899"/>
                  </a:lnTo>
                  <a:lnTo>
                    <a:pt x="42281" y="1103449"/>
                  </a:lnTo>
                  <a:lnTo>
                    <a:pt x="7250" y="1076621"/>
                  </a:lnTo>
                  <a:lnTo>
                    <a:pt x="0" y="1055328"/>
                  </a:lnTo>
                  <a:lnTo>
                    <a:pt x="0" y="49571"/>
                  </a:lnTo>
                  <a:lnTo>
                    <a:pt x="22097" y="11379"/>
                  </a:lnTo>
                  <a:lnTo>
                    <a:pt x="49571" y="0"/>
                  </a:lnTo>
                  <a:lnTo>
                    <a:pt x="51889" y="0"/>
                  </a:lnTo>
                  <a:lnTo>
                    <a:pt x="47399" y="5579"/>
                  </a:lnTo>
                  <a:lnTo>
                    <a:pt x="43679" y="16738"/>
                  </a:lnTo>
                  <a:lnTo>
                    <a:pt x="41238" y="25541"/>
                  </a:lnTo>
                  <a:lnTo>
                    <a:pt x="39494" y="35210"/>
                  </a:lnTo>
                  <a:lnTo>
                    <a:pt x="38448" y="45747"/>
                  </a:lnTo>
                  <a:lnTo>
                    <a:pt x="38100" y="57150"/>
                  </a:lnTo>
                  <a:lnTo>
                    <a:pt x="38100" y="1047750"/>
                  </a:lnTo>
                  <a:lnTo>
                    <a:pt x="43679" y="1088160"/>
                  </a:lnTo>
                  <a:lnTo>
                    <a:pt x="47399" y="1099319"/>
                  </a:lnTo>
                  <a:lnTo>
                    <a:pt x="51889" y="1104899"/>
                  </a:lnTo>
                  <a:close/>
                </a:path>
              </a:pathLst>
            </a:custGeom>
            <a:solidFill>
              <a:srgbClr val="3B81F5"/>
            </a:solidFill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57200" y="617934"/>
            <a:ext cx="285750" cy="250190"/>
          </a:xfrm>
          <a:custGeom>
            <a:avLst/>
            <a:gdLst/>
            <a:ahLst/>
            <a:cxnLst/>
            <a:rect b="b" l="l" r="r" t="t"/>
            <a:pathLst>
              <a:path h="250190" w="285750">
                <a:moveTo>
                  <a:pt x="277769" y="250031"/>
                </a:moveTo>
                <a:lnTo>
                  <a:pt x="44648" y="250031"/>
                </a:lnTo>
                <a:lnTo>
                  <a:pt x="27265" y="246523"/>
                </a:lnTo>
                <a:lnTo>
                  <a:pt x="13073" y="236957"/>
                </a:lnTo>
                <a:lnTo>
                  <a:pt x="3507" y="222766"/>
                </a:lnTo>
                <a:lnTo>
                  <a:pt x="0" y="205382"/>
                </a:lnTo>
                <a:lnTo>
                  <a:pt x="0" y="7980"/>
                </a:lnTo>
                <a:lnTo>
                  <a:pt x="7980" y="0"/>
                </a:lnTo>
                <a:lnTo>
                  <a:pt x="27737" y="0"/>
                </a:lnTo>
                <a:lnTo>
                  <a:pt x="35718" y="7980"/>
                </a:lnTo>
                <a:lnTo>
                  <a:pt x="35718" y="210294"/>
                </a:lnTo>
                <a:lnTo>
                  <a:pt x="39737" y="214312"/>
                </a:lnTo>
                <a:lnTo>
                  <a:pt x="277769" y="214312"/>
                </a:lnTo>
                <a:lnTo>
                  <a:pt x="285750" y="222293"/>
                </a:lnTo>
                <a:lnTo>
                  <a:pt x="285750" y="242050"/>
                </a:lnTo>
                <a:lnTo>
                  <a:pt x="277769" y="250031"/>
                </a:lnTo>
                <a:close/>
              </a:path>
              <a:path h="250190" w="285750">
                <a:moveTo>
                  <a:pt x="229213" y="99733"/>
                </a:moveTo>
                <a:lnTo>
                  <a:pt x="178593" y="99733"/>
                </a:lnTo>
                <a:lnTo>
                  <a:pt x="237362" y="40909"/>
                </a:lnTo>
                <a:lnTo>
                  <a:pt x="243274" y="36984"/>
                </a:lnTo>
                <a:lnTo>
                  <a:pt x="250003" y="35676"/>
                </a:lnTo>
                <a:lnTo>
                  <a:pt x="256732" y="36984"/>
                </a:lnTo>
                <a:lnTo>
                  <a:pt x="262644" y="40909"/>
                </a:lnTo>
                <a:lnTo>
                  <a:pt x="266568" y="46821"/>
                </a:lnTo>
                <a:lnTo>
                  <a:pt x="267876" y="53550"/>
                </a:lnTo>
                <a:lnTo>
                  <a:pt x="266568" y="60278"/>
                </a:lnTo>
                <a:lnTo>
                  <a:pt x="262424" y="66523"/>
                </a:lnTo>
                <a:lnTo>
                  <a:pt x="229213" y="99733"/>
                </a:lnTo>
                <a:close/>
              </a:path>
              <a:path h="250190" w="285750">
                <a:moveTo>
                  <a:pt x="71409" y="160720"/>
                </a:moveTo>
                <a:lnTo>
                  <a:pt x="64680" y="159412"/>
                </a:lnTo>
                <a:lnTo>
                  <a:pt x="58768" y="155488"/>
                </a:lnTo>
                <a:lnTo>
                  <a:pt x="54844" y="149575"/>
                </a:lnTo>
                <a:lnTo>
                  <a:pt x="53536" y="142847"/>
                </a:lnTo>
                <a:lnTo>
                  <a:pt x="54844" y="136118"/>
                </a:lnTo>
                <a:lnTo>
                  <a:pt x="58768" y="130206"/>
                </a:lnTo>
                <a:lnTo>
                  <a:pt x="121276" y="67698"/>
                </a:lnTo>
                <a:lnTo>
                  <a:pt x="127188" y="63774"/>
                </a:lnTo>
                <a:lnTo>
                  <a:pt x="133917" y="62465"/>
                </a:lnTo>
                <a:lnTo>
                  <a:pt x="140646" y="63774"/>
                </a:lnTo>
                <a:lnTo>
                  <a:pt x="146558" y="67698"/>
                </a:lnTo>
                <a:lnTo>
                  <a:pt x="178593" y="99733"/>
                </a:lnTo>
                <a:lnTo>
                  <a:pt x="229213" y="99733"/>
                </a:lnTo>
                <a:lnTo>
                  <a:pt x="223297" y="105649"/>
                </a:lnTo>
                <a:lnTo>
                  <a:pt x="133945" y="105649"/>
                </a:lnTo>
                <a:lnTo>
                  <a:pt x="84050" y="155488"/>
                </a:lnTo>
                <a:lnTo>
                  <a:pt x="78138" y="159412"/>
                </a:lnTo>
                <a:lnTo>
                  <a:pt x="71409" y="160720"/>
                </a:lnTo>
                <a:close/>
              </a:path>
              <a:path h="250190" w="285750">
                <a:moveTo>
                  <a:pt x="178980" y="142847"/>
                </a:moveTo>
                <a:lnTo>
                  <a:pt x="178262" y="142847"/>
                </a:lnTo>
                <a:lnTo>
                  <a:pt x="171892" y="141608"/>
                </a:lnTo>
                <a:lnTo>
                  <a:pt x="165980" y="137684"/>
                </a:lnTo>
                <a:lnTo>
                  <a:pt x="133945" y="105649"/>
                </a:lnTo>
                <a:lnTo>
                  <a:pt x="223297" y="105649"/>
                </a:lnTo>
                <a:lnTo>
                  <a:pt x="191262" y="137684"/>
                </a:lnTo>
                <a:lnTo>
                  <a:pt x="185350" y="141608"/>
                </a:lnTo>
                <a:lnTo>
                  <a:pt x="178980" y="142847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Using</a:t>
            </a:r>
            <a:r>
              <a:rPr dirty="0" spc="-35"/>
              <a:t> </a:t>
            </a:r>
            <a:r>
              <a:rPr dirty="0" spc="-10"/>
              <a:t>Third-</a:t>
            </a:r>
            <a:r>
              <a:rPr dirty="0"/>
              <a:t>Party</a:t>
            </a:r>
            <a:r>
              <a:rPr dirty="0" spc="-35"/>
              <a:t> </a:t>
            </a:r>
            <a:r>
              <a:rPr dirty="0"/>
              <a:t>Monitoring</a:t>
            </a:r>
            <a:r>
              <a:rPr dirty="0" spc="-30"/>
              <a:t> </a:t>
            </a:r>
            <a:r>
              <a:rPr dirty="0" spc="-10"/>
              <a:t>Tools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444500" y="1158875"/>
            <a:ext cx="11025505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Many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organizations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use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third-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party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tools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server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ports.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Here's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how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to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disable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specific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port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down</a:t>
            </a:r>
            <a:r>
              <a:rPr dirty="0" spc="-20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alerts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in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popular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z="1350">
                <a:solidFill>
                  <a:srgbClr val="333333"/>
                </a:solidFill>
                <a:latin typeface="Segoe UI"/>
                <a:cs typeface="Segoe UI"/>
              </a:rPr>
              <a:t>monitoring</a:t>
            </a:r>
            <a:r>
              <a:rPr dirty="0" spc="-15" sz="1350">
                <a:solidFill>
                  <a:srgbClr val="333333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333333"/>
                </a:solidFill>
                <a:latin typeface="Segoe UI"/>
                <a:cs typeface="Segoe UI"/>
              </a:rPr>
              <a:t>platforms:</a:t>
            </a:r>
            <a:endParaRPr sz="1350">
              <a:latin typeface="Segoe UI"/>
              <a:cs typeface="Segoe U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7199" y="1562099"/>
            <a:ext cx="3657600" cy="3533775"/>
            <a:chOff x="457199" y="1562099"/>
            <a:chExt cx="3657600" cy="3533775"/>
          </a:xfrm>
        </p:grpSpPr>
        <p:sp>
          <p:nvSpPr>
            <p:cNvPr id="9" name="object 9"/>
            <p:cNvSpPr/>
            <p:nvPr/>
          </p:nvSpPr>
          <p:spPr>
            <a:xfrm>
              <a:off x="476249" y="1566862"/>
              <a:ext cx="3634104" cy="3524250"/>
            </a:xfrm>
            <a:custGeom>
              <a:avLst/>
              <a:gdLst/>
              <a:ahLst/>
              <a:cxnLst/>
              <a:rect b="b" l="l" r="r" t="t"/>
              <a:pathLst>
                <a:path h="3524250" w="3634104">
                  <a:moveTo>
                    <a:pt x="3584839" y="3524249"/>
                  </a:moveTo>
                  <a:lnTo>
                    <a:pt x="33047" y="3524249"/>
                  </a:lnTo>
                  <a:lnTo>
                    <a:pt x="4833" y="3498327"/>
                  </a:lnTo>
                  <a:lnTo>
                    <a:pt x="0" y="3478808"/>
                  </a:lnTo>
                  <a:lnTo>
                    <a:pt x="0" y="3471862"/>
                  </a:lnTo>
                  <a:lnTo>
                    <a:pt x="0" y="45440"/>
                  </a:lnTo>
                  <a:lnTo>
                    <a:pt x="18851" y="6646"/>
                  </a:lnTo>
                  <a:lnTo>
                    <a:pt x="33047" y="0"/>
                  </a:lnTo>
                  <a:lnTo>
                    <a:pt x="3584839" y="0"/>
                  </a:lnTo>
                  <a:lnTo>
                    <a:pt x="3620875" y="17776"/>
                  </a:lnTo>
                  <a:lnTo>
                    <a:pt x="3633786" y="48947"/>
                  </a:lnTo>
                  <a:lnTo>
                    <a:pt x="3633786" y="3475302"/>
                  </a:lnTo>
                  <a:lnTo>
                    <a:pt x="3616010" y="3511338"/>
                  </a:lnTo>
                  <a:lnTo>
                    <a:pt x="3588245" y="3523913"/>
                  </a:lnTo>
                  <a:lnTo>
                    <a:pt x="3584839" y="3524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0" name="object 10"/>
            <p:cNvSpPr/>
            <p:nvPr/>
          </p:nvSpPr>
          <p:spPr>
            <a:xfrm>
              <a:off x="485241" y="1562112"/>
              <a:ext cx="3629660" cy="3533775"/>
            </a:xfrm>
            <a:custGeom>
              <a:avLst/>
              <a:gdLst/>
              <a:ahLst/>
              <a:cxnLst/>
              <a:rect b="b" l="l" r="r" t="t"/>
              <a:pathLst>
                <a:path h="3533775" w="3629660">
                  <a:moveTo>
                    <a:pt x="3629545" y="49568"/>
                  </a:moveTo>
                  <a:lnTo>
                    <a:pt x="3628098" y="42278"/>
                  </a:lnTo>
                  <a:lnTo>
                    <a:pt x="3622306" y="28270"/>
                  </a:lnTo>
                  <a:lnTo>
                    <a:pt x="3618166" y="22085"/>
                  </a:lnTo>
                  <a:lnTo>
                    <a:pt x="3613277" y="17221"/>
                  </a:lnTo>
                  <a:lnTo>
                    <a:pt x="3612807" y="16738"/>
                  </a:lnTo>
                  <a:lnTo>
                    <a:pt x="3607447" y="11379"/>
                  </a:lnTo>
                  <a:lnTo>
                    <a:pt x="3604679" y="9525"/>
                  </a:lnTo>
                  <a:lnTo>
                    <a:pt x="3601275" y="7239"/>
                  </a:lnTo>
                  <a:lnTo>
                    <a:pt x="3587267" y="1447"/>
                  </a:lnTo>
                  <a:lnTo>
                    <a:pt x="3579977" y="0"/>
                  </a:lnTo>
                  <a:lnTo>
                    <a:pt x="21526" y="0"/>
                  </a:lnTo>
                  <a:lnTo>
                    <a:pt x="14236" y="1447"/>
                  </a:lnTo>
                  <a:lnTo>
                    <a:pt x="342" y="7239"/>
                  </a:lnTo>
                  <a:lnTo>
                    <a:pt x="0" y="7239"/>
                  </a:lnTo>
                  <a:lnTo>
                    <a:pt x="20980" y="12484"/>
                  </a:lnTo>
                  <a:lnTo>
                    <a:pt x="23837" y="9525"/>
                  </a:lnTo>
                  <a:lnTo>
                    <a:pt x="3572395" y="9525"/>
                  </a:lnTo>
                  <a:lnTo>
                    <a:pt x="3606508" y="23990"/>
                  </a:lnTo>
                  <a:lnTo>
                    <a:pt x="3612184" y="30797"/>
                  </a:lnTo>
                  <a:lnTo>
                    <a:pt x="3616541" y="38862"/>
                  </a:lnTo>
                  <a:lnTo>
                    <a:pt x="3619157" y="47637"/>
                  </a:lnTo>
                  <a:lnTo>
                    <a:pt x="3620020" y="57137"/>
                  </a:lnTo>
                  <a:lnTo>
                    <a:pt x="3620020" y="3476612"/>
                  </a:lnTo>
                  <a:lnTo>
                    <a:pt x="3619157" y="3486124"/>
                  </a:lnTo>
                  <a:lnTo>
                    <a:pt x="3616541" y="3494900"/>
                  </a:lnTo>
                  <a:lnTo>
                    <a:pt x="3612184" y="3502952"/>
                  </a:lnTo>
                  <a:lnTo>
                    <a:pt x="3606508" y="3509772"/>
                  </a:lnTo>
                  <a:lnTo>
                    <a:pt x="3606076" y="3510292"/>
                  </a:lnTo>
                  <a:lnTo>
                    <a:pt x="3598735" y="3516401"/>
                  </a:lnTo>
                  <a:lnTo>
                    <a:pt x="3590683" y="3520757"/>
                  </a:lnTo>
                  <a:lnTo>
                    <a:pt x="3581908" y="3523373"/>
                  </a:lnTo>
                  <a:lnTo>
                    <a:pt x="3572395" y="3524237"/>
                  </a:lnTo>
                  <a:lnTo>
                    <a:pt x="23837" y="3524237"/>
                  </a:lnTo>
                  <a:lnTo>
                    <a:pt x="20980" y="3521278"/>
                  </a:lnTo>
                  <a:lnTo>
                    <a:pt x="215" y="3526459"/>
                  </a:lnTo>
                  <a:lnTo>
                    <a:pt x="14236" y="3532314"/>
                  </a:lnTo>
                  <a:lnTo>
                    <a:pt x="21526" y="3533762"/>
                  </a:lnTo>
                  <a:lnTo>
                    <a:pt x="3579977" y="3533762"/>
                  </a:lnTo>
                  <a:lnTo>
                    <a:pt x="3612807" y="3517023"/>
                  </a:lnTo>
                  <a:lnTo>
                    <a:pt x="3613289" y="3516553"/>
                  </a:lnTo>
                  <a:lnTo>
                    <a:pt x="3618166" y="3511664"/>
                  </a:lnTo>
                  <a:lnTo>
                    <a:pt x="3622306" y="3505492"/>
                  </a:lnTo>
                  <a:lnTo>
                    <a:pt x="3628098" y="3491484"/>
                  </a:lnTo>
                  <a:lnTo>
                    <a:pt x="3629545" y="3484194"/>
                  </a:lnTo>
                  <a:lnTo>
                    <a:pt x="3629545" y="4956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1" name="object 11"/>
            <p:cNvSpPr/>
            <p:nvPr/>
          </p:nvSpPr>
          <p:spPr>
            <a:xfrm>
              <a:off x="457199" y="1569237"/>
              <a:ext cx="49530" cy="3519804"/>
            </a:xfrm>
            <a:custGeom>
              <a:avLst/>
              <a:gdLst/>
              <a:ahLst/>
              <a:cxnLst/>
              <a:rect b="b" l="l" r="r" t="t"/>
              <a:pathLst>
                <a:path h="3519804" w="49529">
                  <a:moveTo>
                    <a:pt x="28551" y="3519499"/>
                  </a:moveTo>
                  <a:lnTo>
                    <a:pt x="1450" y="3484355"/>
                  </a:lnTo>
                  <a:lnTo>
                    <a:pt x="0" y="3477065"/>
                  </a:lnTo>
                  <a:lnTo>
                    <a:pt x="0" y="42433"/>
                  </a:lnTo>
                  <a:lnTo>
                    <a:pt x="22097" y="4242"/>
                  </a:lnTo>
                  <a:lnTo>
                    <a:pt x="28549" y="0"/>
                  </a:lnTo>
                  <a:lnTo>
                    <a:pt x="49207" y="5164"/>
                  </a:lnTo>
                  <a:lnTo>
                    <a:pt x="47399" y="7037"/>
                  </a:lnTo>
                  <a:lnTo>
                    <a:pt x="43679" y="16336"/>
                  </a:lnTo>
                  <a:lnTo>
                    <a:pt x="41238" y="23672"/>
                  </a:lnTo>
                  <a:lnTo>
                    <a:pt x="39494" y="31729"/>
                  </a:lnTo>
                  <a:lnTo>
                    <a:pt x="38448" y="40510"/>
                  </a:lnTo>
                  <a:lnTo>
                    <a:pt x="38100" y="50012"/>
                  </a:lnTo>
                  <a:lnTo>
                    <a:pt x="38100" y="3469487"/>
                  </a:lnTo>
                  <a:lnTo>
                    <a:pt x="47399" y="3512462"/>
                  </a:lnTo>
                  <a:lnTo>
                    <a:pt x="49208" y="3514335"/>
                  </a:lnTo>
                  <a:lnTo>
                    <a:pt x="28551" y="35194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2" name="object 12"/>
            <p:cNvSpPr/>
            <p:nvPr/>
          </p:nvSpPr>
          <p:spPr>
            <a:xfrm>
              <a:off x="647699" y="3667124"/>
              <a:ext cx="3305175" cy="762000"/>
            </a:xfrm>
            <a:custGeom>
              <a:avLst/>
              <a:gdLst/>
              <a:ahLst/>
              <a:cxnLst/>
              <a:rect b="b" l="l" r="r" t="t"/>
              <a:pathLst>
                <a:path h="762000" w="3305175">
                  <a:moveTo>
                    <a:pt x="3267074" y="761999"/>
                  </a:moveTo>
                  <a:lnTo>
                    <a:pt x="38099" y="761999"/>
                  </a:lnTo>
                  <a:lnTo>
                    <a:pt x="30498" y="761302"/>
                  </a:lnTo>
                  <a:lnTo>
                    <a:pt x="697" y="731501"/>
                  </a:lnTo>
                  <a:lnTo>
                    <a:pt x="0" y="7238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267074" y="0"/>
                  </a:lnTo>
                  <a:lnTo>
                    <a:pt x="3302384" y="23473"/>
                  </a:lnTo>
                  <a:lnTo>
                    <a:pt x="3305174" y="38099"/>
                  </a:lnTo>
                  <a:lnTo>
                    <a:pt x="3305174" y="723899"/>
                  </a:lnTo>
                  <a:lnTo>
                    <a:pt x="3281700" y="759210"/>
                  </a:lnTo>
                  <a:lnTo>
                    <a:pt x="3267074" y="7619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3" name="object 13"/>
            <p:cNvSpPr/>
            <p:nvPr/>
          </p:nvSpPr>
          <p:spPr>
            <a:xfrm>
              <a:off x="647687" y="3667124"/>
              <a:ext cx="3305175" cy="762000"/>
            </a:xfrm>
            <a:custGeom>
              <a:avLst/>
              <a:gdLst/>
              <a:ahLst/>
              <a:cxnLst/>
              <a:rect b="b" l="l" r="r" t="t"/>
              <a:pathLst>
                <a:path h="762000" w="3305175">
                  <a:moveTo>
                    <a:pt x="9525" y="671118"/>
                  </a:moveTo>
                  <a:lnTo>
                    <a:pt x="0" y="671118"/>
                  </a:lnTo>
                  <a:lnTo>
                    <a:pt x="0" y="699693"/>
                  </a:lnTo>
                  <a:lnTo>
                    <a:pt x="9525" y="699693"/>
                  </a:lnTo>
                  <a:lnTo>
                    <a:pt x="9525" y="671118"/>
                  </a:lnTo>
                  <a:close/>
                </a:path>
                <a:path h="762000" w="3305175">
                  <a:moveTo>
                    <a:pt x="9525" y="623430"/>
                  </a:moveTo>
                  <a:lnTo>
                    <a:pt x="0" y="623430"/>
                  </a:lnTo>
                  <a:lnTo>
                    <a:pt x="0" y="652005"/>
                  </a:lnTo>
                  <a:lnTo>
                    <a:pt x="9525" y="652005"/>
                  </a:lnTo>
                  <a:lnTo>
                    <a:pt x="9525" y="623430"/>
                  </a:lnTo>
                  <a:close/>
                </a:path>
                <a:path h="762000" w="3305175">
                  <a:moveTo>
                    <a:pt x="9525" y="575754"/>
                  </a:moveTo>
                  <a:lnTo>
                    <a:pt x="0" y="575754"/>
                  </a:lnTo>
                  <a:lnTo>
                    <a:pt x="0" y="604329"/>
                  </a:lnTo>
                  <a:lnTo>
                    <a:pt x="9525" y="604329"/>
                  </a:lnTo>
                  <a:lnTo>
                    <a:pt x="9525" y="575754"/>
                  </a:lnTo>
                  <a:close/>
                </a:path>
                <a:path h="762000" w="3305175">
                  <a:moveTo>
                    <a:pt x="9525" y="528066"/>
                  </a:moveTo>
                  <a:lnTo>
                    <a:pt x="0" y="528066"/>
                  </a:lnTo>
                  <a:lnTo>
                    <a:pt x="0" y="556641"/>
                  </a:lnTo>
                  <a:lnTo>
                    <a:pt x="9525" y="556641"/>
                  </a:lnTo>
                  <a:lnTo>
                    <a:pt x="9525" y="528066"/>
                  </a:lnTo>
                  <a:close/>
                </a:path>
                <a:path h="762000" w="3305175">
                  <a:moveTo>
                    <a:pt x="9525" y="480390"/>
                  </a:moveTo>
                  <a:lnTo>
                    <a:pt x="0" y="480390"/>
                  </a:lnTo>
                  <a:lnTo>
                    <a:pt x="0" y="508965"/>
                  </a:lnTo>
                  <a:lnTo>
                    <a:pt x="9525" y="508965"/>
                  </a:lnTo>
                  <a:lnTo>
                    <a:pt x="9525" y="480390"/>
                  </a:lnTo>
                  <a:close/>
                </a:path>
                <a:path h="762000" w="3305175">
                  <a:moveTo>
                    <a:pt x="9525" y="432701"/>
                  </a:moveTo>
                  <a:lnTo>
                    <a:pt x="0" y="432701"/>
                  </a:lnTo>
                  <a:lnTo>
                    <a:pt x="0" y="461276"/>
                  </a:lnTo>
                  <a:lnTo>
                    <a:pt x="9525" y="461276"/>
                  </a:lnTo>
                  <a:lnTo>
                    <a:pt x="9525" y="432701"/>
                  </a:lnTo>
                  <a:close/>
                </a:path>
                <a:path h="762000" w="3305175">
                  <a:moveTo>
                    <a:pt x="9525" y="385025"/>
                  </a:moveTo>
                  <a:lnTo>
                    <a:pt x="0" y="385025"/>
                  </a:lnTo>
                  <a:lnTo>
                    <a:pt x="0" y="413600"/>
                  </a:lnTo>
                  <a:lnTo>
                    <a:pt x="9525" y="413600"/>
                  </a:lnTo>
                  <a:lnTo>
                    <a:pt x="9525" y="385025"/>
                  </a:lnTo>
                  <a:close/>
                </a:path>
                <a:path h="762000" w="3305175">
                  <a:moveTo>
                    <a:pt x="9525" y="337350"/>
                  </a:moveTo>
                  <a:lnTo>
                    <a:pt x="0" y="337350"/>
                  </a:lnTo>
                  <a:lnTo>
                    <a:pt x="0" y="365925"/>
                  </a:lnTo>
                  <a:lnTo>
                    <a:pt x="9525" y="365925"/>
                  </a:lnTo>
                  <a:lnTo>
                    <a:pt x="9525" y="337350"/>
                  </a:lnTo>
                  <a:close/>
                </a:path>
                <a:path h="762000" w="3305175">
                  <a:moveTo>
                    <a:pt x="9525" y="289661"/>
                  </a:moveTo>
                  <a:lnTo>
                    <a:pt x="0" y="289661"/>
                  </a:lnTo>
                  <a:lnTo>
                    <a:pt x="0" y="318236"/>
                  </a:lnTo>
                  <a:lnTo>
                    <a:pt x="9525" y="318236"/>
                  </a:lnTo>
                  <a:lnTo>
                    <a:pt x="9525" y="289661"/>
                  </a:lnTo>
                  <a:close/>
                </a:path>
                <a:path h="762000" w="3305175">
                  <a:moveTo>
                    <a:pt x="9525" y="241985"/>
                  </a:moveTo>
                  <a:lnTo>
                    <a:pt x="0" y="241985"/>
                  </a:lnTo>
                  <a:lnTo>
                    <a:pt x="0" y="270560"/>
                  </a:lnTo>
                  <a:lnTo>
                    <a:pt x="9525" y="270560"/>
                  </a:lnTo>
                  <a:lnTo>
                    <a:pt x="9525" y="241985"/>
                  </a:lnTo>
                  <a:close/>
                </a:path>
                <a:path h="762000" w="3305175">
                  <a:moveTo>
                    <a:pt x="9525" y="194297"/>
                  </a:moveTo>
                  <a:lnTo>
                    <a:pt x="0" y="194297"/>
                  </a:lnTo>
                  <a:lnTo>
                    <a:pt x="0" y="222872"/>
                  </a:lnTo>
                  <a:lnTo>
                    <a:pt x="9525" y="222872"/>
                  </a:lnTo>
                  <a:lnTo>
                    <a:pt x="9525" y="194297"/>
                  </a:lnTo>
                  <a:close/>
                </a:path>
                <a:path h="762000" w="3305175">
                  <a:moveTo>
                    <a:pt x="9525" y="146621"/>
                  </a:moveTo>
                  <a:lnTo>
                    <a:pt x="0" y="146621"/>
                  </a:lnTo>
                  <a:lnTo>
                    <a:pt x="0" y="175196"/>
                  </a:lnTo>
                  <a:lnTo>
                    <a:pt x="9525" y="175196"/>
                  </a:lnTo>
                  <a:lnTo>
                    <a:pt x="9525" y="146621"/>
                  </a:lnTo>
                  <a:close/>
                </a:path>
                <a:path h="762000" w="3305175">
                  <a:moveTo>
                    <a:pt x="9525" y="98933"/>
                  </a:moveTo>
                  <a:lnTo>
                    <a:pt x="0" y="98933"/>
                  </a:lnTo>
                  <a:lnTo>
                    <a:pt x="0" y="127508"/>
                  </a:lnTo>
                  <a:lnTo>
                    <a:pt x="9525" y="127508"/>
                  </a:lnTo>
                  <a:lnTo>
                    <a:pt x="9525" y="98933"/>
                  </a:lnTo>
                  <a:close/>
                </a:path>
                <a:path h="762000" w="3305175">
                  <a:moveTo>
                    <a:pt x="9525" y="51257"/>
                  </a:moveTo>
                  <a:lnTo>
                    <a:pt x="0" y="51257"/>
                  </a:lnTo>
                  <a:lnTo>
                    <a:pt x="0" y="79832"/>
                  </a:lnTo>
                  <a:lnTo>
                    <a:pt x="9525" y="79832"/>
                  </a:lnTo>
                  <a:lnTo>
                    <a:pt x="9525" y="51257"/>
                  </a:lnTo>
                  <a:close/>
                </a:path>
                <a:path h="762000" w="3305175">
                  <a:moveTo>
                    <a:pt x="14605" y="740816"/>
                  </a:moveTo>
                  <a:lnTo>
                    <a:pt x="12319" y="738530"/>
                  </a:lnTo>
                  <a:lnTo>
                    <a:pt x="9525" y="731799"/>
                  </a:lnTo>
                  <a:lnTo>
                    <a:pt x="9525" y="718794"/>
                  </a:lnTo>
                  <a:lnTo>
                    <a:pt x="0" y="718794"/>
                  </a:lnTo>
                  <a:lnTo>
                    <a:pt x="0" y="723900"/>
                  </a:lnTo>
                  <a:lnTo>
                    <a:pt x="698" y="731507"/>
                  </a:lnTo>
                  <a:lnTo>
                    <a:pt x="787" y="731799"/>
                  </a:lnTo>
                  <a:lnTo>
                    <a:pt x="2794" y="738530"/>
                  </a:lnTo>
                  <a:lnTo>
                    <a:pt x="6286" y="744982"/>
                  </a:lnTo>
                  <a:lnTo>
                    <a:pt x="7239" y="746125"/>
                  </a:lnTo>
                  <a:lnTo>
                    <a:pt x="14605" y="740816"/>
                  </a:lnTo>
                  <a:close/>
                </a:path>
                <a:path h="762000" w="3305175">
                  <a:moveTo>
                    <a:pt x="21005" y="14795"/>
                  </a:moveTo>
                  <a:lnTo>
                    <a:pt x="15621" y="7467"/>
                  </a:lnTo>
                  <a:lnTo>
                    <a:pt x="11163" y="11163"/>
                  </a:lnTo>
                  <a:lnTo>
                    <a:pt x="6286" y="17030"/>
                  </a:lnTo>
                  <a:lnTo>
                    <a:pt x="2794" y="23482"/>
                  </a:lnTo>
                  <a:lnTo>
                    <a:pt x="698" y="30505"/>
                  </a:lnTo>
                  <a:lnTo>
                    <a:pt x="520" y="32473"/>
                  </a:lnTo>
                  <a:lnTo>
                    <a:pt x="9525" y="33832"/>
                  </a:lnTo>
                  <a:lnTo>
                    <a:pt x="9525" y="30213"/>
                  </a:lnTo>
                  <a:lnTo>
                    <a:pt x="12319" y="23482"/>
                  </a:lnTo>
                  <a:lnTo>
                    <a:pt x="17907" y="17907"/>
                  </a:lnTo>
                  <a:lnTo>
                    <a:pt x="21005" y="14795"/>
                  </a:lnTo>
                  <a:close/>
                </a:path>
                <a:path h="762000" w="3305175">
                  <a:moveTo>
                    <a:pt x="50927" y="752475"/>
                  </a:moveTo>
                  <a:lnTo>
                    <a:pt x="30213" y="752475"/>
                  </a:lnTo>
                  <a:lnTo>
                    <a:pt x="26403" y="750900"/>
                  </a:lnTo>
                  <a:lnTo>
                    <a:pt x="22936" y="758913"/>
                  </a:lnTo>
                  <a:lnTo>
                    <a:pt x="23482" y="759218"/>
                  </a:lnTo>
                  <a:lnTo>
                    <a:pt x="30505" y="761314"/>
                  </a:lnTo>
                  <a:lnTo>
                    <a:pt x="38100" y="762000"/>
                  </a:lnTo>
                  <a:lnTo>
                    <a:pt x="50927" y="762000"/>
                  </a:lnTo>
                  <a:lnTo>
                    <a:pt x="50927" y="752475"/>
                  </a:lnTo>
                  <a:close/>
                </a:path>
                <a:path h="762000" w="3305175">
                  <a:moveTo>
                    <a:pt x="66675" y="0"/>
                  </a:moveTo>
                  <a:lnTo>
                    <a:pt x="38100" y="0"/>
                  </a:lnTo>
                  <a:lnTo>
                    <a:pt x="33705" y="406"/>
                  </a:lnTo>
                  <a:lnTo>
                    <a:pt x="34772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h="762000" w="3305175">
                  <a:moveTo>
                    <a:pt x="98615" y="752475"/>
                  </a:moveTo>
                  <a:lnTo>
                    <a:pt x="70040" y="752475"/>
                  </a:lnTo>
                  <a:lnTo>
                    <a:pt x="70040" y="762000"/>
                  </a:lnTo>
                  <a:lnTo>
                    <a:pt x="98615" y="762000"/>
                  </a:lnTo>
                  <a:lnTo>
                    <a:pt x="98615" y="752475"/>
                  </a:lnTo>
                  <a:close/>
                </a:path>
                <a:path h="762000" w="3305175">
                  <a:moveTo>
                    <a:pt x="114363" y="0"/>
                  </a:moveTo>
                  <a:lnTo>
                    <a:pt x="85788" y="0"/>
                  </a:lnTo>
                  <a:lnTo>
                    <a:pt x="85788" y="9525"/>
                  </a:lnTo>
                  <a:lnTo>
                    <a:pt x="114363" y="9525"/>
                  </a:lnTo>
                  <a:lnTo>
                    <a:pt x="114363" y="0"/>
                  </a:lnTo>
                  <a:close/>
                </a:path>
                <a:path h="762000" w="3305175">
                  <a:moveTo>
                    <a:pt x="146291" y="752475"/>
                  </a:moveTo>
                  <a:lnTo>
                    <a:pt x="117716" y="752475"/>
                  </a:lnTo>
                  <a:lnTo>
                    <a:pt x="117716" y="762000"/>
                  </a:lnTo>
                  <a:lnTo>
                    <a:pt x="146291" y="762000"/>
                  </a:lnTo>
                  <a:lnTo>
                    <a:pt x="146291" y="752475"/>
                  </a:lnTo>
                  <a:close/>
                </a:path>
                <a:path h="762000" w="3305175">
                  <a:moveTo>
                    <a:pt x="162039" y="0"/>
                  </a:moveTo>
                  <a:lnTo>
                    <a:pt x="133464" y="0"/>
                  </a:lnTo>
                  <a:lnTo>
                    <a:pt x="133464" y="9525"/>
                  </a:lnTo>
                  <a:lnTo>
                    <a:pt x="162039" y="9525"/>
                  </a:lnTo>
                  <a:lnTo>
                    <a:pt x="162039" y="0"/>
                  </a:lnTo>
                  <a:close/>
                </a:path>
                <a:path h="762000" w="3305175">
                  <a:moveTo>
                    <a:pt x="193979" y="752475"/>
                  </a:moveTo>
                  <a:lnTo>
                    <a:pt x="165404" y="752475"/>
                  </a:lnTo>
                  <a:lnTo>
                    <a:pt x="165404" y="762000"/>
                  </a:lnTo>
                  <a:lnTo>
                    <a:pt x="193979" y="762000"/>
                  </a:lnTo>
                  <a:lnTo>
                    <a:pt x="193979" y="752475"/>
                  </a:lnTo>
                  <a:close/>
                </a:path>
                <a:path h="762000" w="3305175">
                  <a:moveTo>
                    <a:pt x="209727" y="0"/>
                  </a:moveTo>
                  <a:lnTo>
                    <a:pt x="181152" y="0"/>
                  </a:lnTo>
                  <a:lnTo>
                    <a:pt x="181152" y="9525"/>
                  </a:lnTo>
                  <a:lnTo>
                    <a:pt x="209727" y="9525"/>
                  </a:lnTo>
                  <a:lnTo>
                    <a:pt x="209727" y="0"/>
                  </a:lnTo>
                  <a:close/>
                </a:path>
                <a:path h="762000" w="3305175">
                  <a:moveTo>
                    <a:pt x="241655" y="752475"/>
                  </a:moveTo>
                  <a:lnTo>
                    <a:pt x="213080" y="752475"/>
                  </a:lnTo>
                  <a:lnTo>
                    <a:pt x="213080" y="762000"/>
                  </a:lnTo>
                  <a:lnTo>
                    <a:pt x="241655" y="762000"/>
                  </a:lnTo>
                  <a:lnTo>
                    <a:pt x="241655" y="752475"/>
                  </a:lnTo>
                  <a:close/>
                </a:path>
                <a:path h="762000" w="3305175">
                  <a:moveTo>
                    <a:pt x="257403" y="0"/>
                  </a:moveTo>
                  <a:lnTo>
                    <a:pt x="228828" y="0"/>
                  </a:lnTo>
                  <a:lnTo>
                    <a:pt x="228828" y="9525"/>
                  </a:lnTo>
                  <a:lnTo>
                    <a:pt x="257403" y="9525"/>
                  </a:lnTo>
                  <a:lnTo>
                    <a:pt x="257403" y="0"/>
                  </a:lnTo>
                  <a:close/>
                </a:path>
                <a:path h="762000" w="3305175">
                  <a:moveTo>
                    <a:pt x="289344" y="752475"/>
                  </a:moveTo>
                  <a:lnTo>
                    <a:pt x="260769" y="752475"/>
                  </a:lnTo>
                  <a:lnTo>
                    <a:pt x="260769" y="762000"/>
                  </a:lnTo>
                  <a:lnTo>
                    <a:pt x="289344" y="762000"/>
                  </a:lnTo>
                  <a:lnTo>
                    <a:pt x="289344" y="752475"/>
                  </a:lnTo>
                  <a:close/>
                </a:path>
                <a:path h="762000" w="3305175">
                  <a:moveTo>
                    <a:pt x="305092" y="0"/>
                  </a:moveTo>
                  <a:lnTo>
                    <a:pt x="276517" y="0"/>
                  </a:lnTo>
                  <a:lnTo>
                    <a:pt x="276517" y="9525"/>
                  </a:lnTo>
                  <a:lnTo>
                    <a:pt x="305092" y="9525"/>
                  </a:lnTo>
                  <a:lnTo>
                    <a:pt x="305092" y="0"/>
                  </a:lnTo>
                  <a:close/>
                </a:path>
                <a:path h="762000" w="3305175">
                  <a:moveTo>
                    <a:pt x="337019" y="752475"/>
                  </a:moveTo>
                  <a:lnTo>
                    <a:pt x="308444" y="752475"/>
                  </a:lnTo>
                  <a:lnTo>
                    <a:pt x="308444" y="762000"/>
                  </a:lnTo>
                  <a:lnTo>
                    <a:pt x="337019" y="762000"/>
                  </a:lnTo>
                  <a:lnTo>
                    <a:pt x="337019" y="752475"/>
                  </a:lnTo>
                  <a:close/>
                </a:path>
                <a:path h="762000" w="3305175">
                  <a:moveTo>
                    <a:pt x="352767" y="0"/>
                  </a:moveTo>
                  <a:lnTo>
                    <a:pt x="324192" y="0"/>
                  </a:lnTo>
                  <a:lnTo>
                    <a:pt x="324192" y="9525"/>
                  </a:lnTo>
                  <a:lnTo>
                    <a:pt x="352767" y="9525"/>
                  </a:lnTo>
                  <a:lnTo>
                    <a:pt x="352767" y="0"/>
                  </a:lnTo>
                  <a:close/>
                </a:path>
                <a:path h="762000" w="3305175">
                  <a:moveTo>
                    <a:pt x="384695" y="752475"/>
                  </a:moveTo>
                  <a:lnTo>
                    <a:pt x="356120" y="752475"/>
                  </a:lnTo>
                  <a:lnTo>
                    <a:pt x="356120" y="762000"/>
                  </a:lnTo>
                  <a:lnTo>
                    <a:pt x="384695" y="762000"/>
                  </a:lnTo>
                  <a:lnTo>
                    <a:pt x="384695" y="752475"/>
                  </a:lnTo>
                  <a:close/>
                </a:path>
                <a:path h="762000" w="3305175">
                  <a:moveTo>
                    <a:pt x="400456" y="0"/>
                  </a:moveTo>
                  <a:lnTo>
                    <a:pt x="371881" y="0"/>
                  </a:lnTo>
                  <a:lnTo>
                    <a:pt x="371881" y="9525"/>
                  </a:lnTo>
                  <a:lnTo>
                    <a:pt x="400456" y="9525"/>
                  </a:lnTo>
                  <a:lnTo>
                    <a:pt x="400456" y="0"/>
                  </a:lnTo>
                  <a:close/>
                </a:path>
                <a:path h="762000" w="3305175">
                  <a:moveTo>
                    <a:pt x="432384" y="752475"/>
                  </a:moveTo>
                  <a:lnTo>
                    <a:pt x="403809" y="752475"/>
                  </a:lnTo>
                  <a:lnTo>
                    <a:pt x="403809" y="762000"/>
                  </a:lnTo>
                  <a:lnTo>
                    <a:pt x="432384" y="762000"/>
                  </a:lnTo>
                  <a:lnTo>
                    <a:pt x="432384" y="752475"/>
                  </a:lnTo>
                  <a:close/>
                </a:path>
                <a:path h="762000" w="3305175">
                  <a:moveTo>
                    <a:pt x="448132" y="0"/>
                  </a:moveTo>
                  <a:lnTo>
                    <a:pt x="419557" y="0"/>
                  </a:lnTo>
                  <a:lnTo>
                    <a:pt x="419557" y="9525"/>
                  </a:lnTo>
                  <a:lnTo>
                    <a:pt x="448132" y="9525"/>
                  </a:lnTo>
                  <a:lnTo>
                    <a:pt x="448132" y="0"/>
                  </a:lnTo>
                  <a:close/>
                </a:path>
                <a:path h="762000" w="3305175">
                  <a:moveTo>
                    <a:pt x="480060" y="752475"/>
                  </a:moveTo>
                  <a:lnTo>
                    <a:pt x="451485" y="752475"/>
                  </a:lnTo>
                  <a:lnTo>
                    <a:pt x="451485" y="762000"/>
                  </a:lnTo>
                  <a:lnTo>
                    <a:pt x="480060" y="762000"/>
                  </a:lnTo>
                  <a:lnTo>
                    <a:pt x="480060" y="752475"/>
                  </a:lnTo>
                  <a:close/>
                </a:path>
                <a:path h="762000" w="3305175">
                  <a:moveTo>
                    <a:pt x="495808" y="0"/>
                  </a:moveTo>
                  <a:lnTo>
                    <a:pt x="467233" y="0"/>
                  </a:lnTo>
                  <a:lnTo>
                    <a:pt x="467233" y="9525"/>
                  </a:lnTo>
                  <a:lnTo>
                    <a:pt x="495808" y="9525"/>
                  </a:lnTo>
                  <a:lnTo>
                    <a:pt x="495808" y="0"/>
                  </a:lnTo>
                  <a:close/>
                </a:path>
                <a:path h="762000" w="3305175">
                  <a:moveTo>
                    <a:pt x="527748" y="752475"/>
                  </a:moveTo>
                  <a:lnTo>
                    <a:pt x="499173" y="752475"/>
                  </a:lnTo>
                  <a:lnTo>
                    <a:pt x="499173" y="762000"/>
                  </a:lnTo>
                  <a:lnTo>
                    <a:pt x="527748" y="762000"/>
                  </a:lnTo>
                  <a:lnTo>
                    <a:pt x="527748" y="752475"/>
                  </a:lnTo>
                  <a:close/>
                </a:path>
                <a:path h="762000" w="3305175">
                  <a:moveTo>
                    <a:pt x="543496" y="0"/>
                  </a:moveTo>
                  <a:lnTo>
                    <a:pt x="514921" y="0"/>
                  </a:lnTo>
                  <a:lnTo>
                    <a:pt x="514921" y="9525"/>
                  </a:lnTo>
                  <a:lnTo>
                    <a:pt x="543496" y="9525"/>
                  </a:lnTo>
                  <a:lnTo>
                    <a:pt x="543496" y="0"/>
                  </a:lnTo>
                  <a:close/>
                </a:path>
                <a:path h="762000" w="3305175">
                  <a:moveTo>
                    <a:pt x="575424" y="752475"/>
                  </a:moveTo>
                  <a:lnTo>
                    <a:pt x="546849" y="752475"/>
                  </a:lnTo>
                  <a:lnTo>
                    <a:pt x="546849" y="762000"/>
                  </a:lnTo>
                  <a:lnTo>
                    <a:pt x="575424" y="762000"/>
                  </a:lnTo>
                  <a:lnTo>
                    <a:pt x="575424" y="752475"/>
                  </a:lnTo>
                  <a:close/>
                </a:path>
                <a:path h="762000" w="3305175">
                  <a:moveTo>
                    <a:pt x="591172" y="0"/>
                  </a:moveTo>
                  <a:lnTo>
                    <a:pt x="562597" y="0"/>
                  </a:lnTo>
                  <a:lnTo>
                    <a:pt x="562597" y="9525"/>
                  </a:lnTo>
                  <a:lnTo>
                    <a:pt x="591172" y="9525"/>
                  </a:lnTo>
                  <a:lnTo>
                    <a:pt x="591172" y="0"/>
                  </a:lnTo>
                  <a:close/>
                </a:path>
                <a:path h="762000" w="3305175">
                  <a:moveTo>
                    <a:pt x="623112" y="752475"/>
                  </a:moveTo>
                  <a:lnTo>
                    <a:pt x="594537" y="752475"/>
                  </a:lnTo>
                  <a:lnTo>
                    <a:pt x="594537" y="762000"/>
                  </a:lnTo>
                  <a:lnTo>
                    <a:pt x="623112" y="762000"/>
                  </a:lnTo>
                  <a:lnTo>
                    <a:pt x="623112" y="752475"/>
                  </a:lnTo>
                  <a:close/>
                </a:path>
                <a:path h="762000" w="3305175">
                  <a:moveTo>
                    <a:pt x="638860" y="0"/>
                  </a:moveTo>
                  <a:lnTo>
                    <a:pt x="610285" y="0"/>
                  </a:lnTo>
                  <a:lnTo>
                    <a:pt x="610285" y="9525"/>
                  </a:lnTo>
                  <a:lnTo>
                    <a:pt x="638860" y="9525"/>
                  </a:lnTo>
                  <a:lnTo>
                    <a:pt x="638860" y="0"/>
                  </a:lnTo>
                  <a:close/>
                </a:path>
                <a:path h="762000" w="3305175">
                  <a:moveTo>
                    <a:pt x="670788" y="752475"/>
                  </a:moveTo>
                  <a:lnTo>
                    <a:pt x="642213" y="752475"/>
                  </a:lnTo>
                  <a:lnTo>
                    <a:pt x="642213" y="762000"/>
                  </a:lnTo>
                  <a:lnTo>
                    <a:pt x="670788" y="762000"/>
                  </a:lnTo>
                  <a:lnTo>
                    <a:pt x="670788" y="752475"/>
                  </a:lnTo>
                  <a:close/>
                </a:path>
                <a:path h="762000" w="3305175">
                  <a:moveTo>
                    <a:pt x="686536" y="0"/>
                  </a:moveTo>
                  <a:lnTo>
                    <a:pt x="657961" y="0"/>
                  </a:lnTo>
                  <a:lnTo>
                    <a:pt x="657961" y="9525"/>
                  </a:lnTo>
                  <a:lnTo>
                    <a:pt x="686536" y="9525"/>
                  </a:lnTo>
                  <a:lnTo>
                    <a:pt x="686536" y="0"/>
                  </a:lnTo>
                  <a:close/>
                </a:path>
                <a:path h="762000" w="3305175">
                  <a:moveTo>
                    <a:pt x="718464" y="752475"/>
                  </a:moveTo>
                  <a:lnTo>
                    <a:pt x="689889" y="752475"/>
                  </a:lnTo>
                  <a:lnTo>
                    <a:pt x="689889" y="762000"/>
                  </a:lnTo>
                  <a:lnTo>
                    <a:pt x="718464" y="762000"/>
                  </a:lnTo>
                  <a:lnTo>
                    <a:pt x="718464" y="752475"/>
                  </a:lnTo>
                  <a:close/>
                </a:path>
                <a:path h="762000" w="3305175">
                  <a:moveTo>
                    <a:pt x="734225" y="0"/>
                  </a:moveTo>
                  <a:lnTo>
                    <a:pt x="705650" y="0"/>
                  </a:lnTo>
                  <a:lnTo>
                    <a:pt x="705650" y="9525"/>
                  </a:lnTo>
                  <a:lnTo>
                    <a:pt x="734225" y="9525"/>
                  </a:lnTo>
                  <a:lnTo>
                    <a:pt x="734225" y="0"/>
                  </a:lnTo>
                  <a:close/>
                </a:path>
                <a:path h="762000" w="3305175">
                  <a:moveTo>
                    <a:pt x="766152" y="752475"/>
                  </a:moveTo>
                  <a:lnTo>
                    <a:pt x="737577" y="752475"/>
                  </a:lnTo>
                  <a:lnTo>
                    <a:pt x="737577" y="762000"/>
                  </a:lnTo>
                  <a:lnTo>
                    <a:pt x="766152" y="762000"/>
                  </a:lnTo>
                  <a:lnTo>
                    <a:pt x="766152" y="752475"/>
                  </a:lnTo>
                  <a:close/>
                </a:path>
                <a:path h="762000" w="3305175">
                  <a:moveTo>
                    <a:pt x="781900" y="0"/>
                  </a:moveTo>
                  <a:lnTo>
                    <a:pt x="753325" y="0"/>
                  </a:lnTo>
                  <a:lnTo>
                    <a:pt x="753325" y="9525"/>
                  </a:lnTo>
                  <a:lnTo>
                    <a:pt x="781900" y="9525"/>
                  </a:lnTo>
                  <a:lnTo>
                    <a:pt x="781900" y="0"/>
                  </a:lnTo>
                  <a:close/>
                </a:path>
                <a:path h="762000" w="3305175">
                  <a:moveTo>
                    <a:pt x="813828" y="752475"/>
                  </a:moveTo>
                  <a:lnTo>
                    <a:pt x="785253" y="752475"/>
                  </a:lnTo>
                  <a:lnTo>
                    <a:pt x="785253" y="762000"/>
                  </a:lnTo>
                  <a:lnTo>
                    <a:pt x="813828" y="762000"/>
                  </a:lnTo>
                  <a:lnTo>
                    <a:pt x="813828" y="752475"/>
                  </a:lnTo>
                  <a:close/>
                </a:path>
                <a:path h="762000" w="3305175">
                  <a:moveTo>
                    <a:pt x="829576" y="0"/>
                  </a:moveTo>
                  <a:lnTo>
                    <a:pt x="801001" y="0"/>
                  </a:lnTo>
                  <a:lnTo>
                    <a:pt x="801001" y="9525"/>
                  </a:lnTo>
                  <a:lnTo>
                    <a:pt x="829576" y="9525"/>
                  </a:lnTo>
                  <a:lnTo>
                    <a:pt x="829576" y="0"/>
                  </a:lnTo>
                  <a:close/>
                </a:path>
                <a:path h="762000" w="3305175">
                  <a:moveTo>
                    <a:pt x="861517" y="752475"/>
                  </a:moveTo>
                  <a:lnTo>
                    <a:pt x="832942" y="752475"/>
                  </a:lnTo>
                  <a:lnTo>
                    <a:pt x="832942" y="762000"/>
                  </a:lnTo>
                  <a:lnTo>
                    <a:pt x="861517" y="762000"/>
                  </a:lnTo>
                  <a:lnTo>
                    <a:pt x="861517" y="752475"/>
                  </a:lnTo>
                  <a:close/>
                </a:path>
                <a:path h="762000" w="3305175">
                  <a:moveTo>
                    <a:pt x="877265" y="0"/>
                  </a:moveTo>
                  <a:lnTo>
                    <a:pt x="848690" y="0"/>
                  </a:lnTo>
                  <a:lnTo>
                    <a:pt x="848690" y="9525"/>
                  </a:lnTo>
                  <a:lnTo>
                    <a:pt x="877265" y="9525"/>
                  </a:lnTo>
                  <a:lnTo>
                    <a:pt x="877265" y="0"/>
                  </a:lnTo>
                  <a:close/>
                </a:path>
                <a:path h="762000" w="3305175">
                  <a:moveTo>
                    <a:pt x="909193" y="752475"/>
                  </a:moveTo>
                  <a:lnTo>
                    <a:pt x="880618" y="752475"/>
                  </a:lnTo>
                  <a:lnTo>
                    <a:pt x="880618" y="762000"/>
                  </a:lnTo>
                  <a:lnTo>
                    <a:pt x="909193" y="762000"/>
                  </a:lnTo>
                  <a:lnTo>
                    <a:pt x="909193" y="752475"/>
                  </a:lnTo>
                  <a:close/>
                </a:path>
                <a:path h="762000" w="3305175">
                  <a:moveTo>
                    <a:pt x="924941" y="0"/>
                  </a:moveTo>
                  <a:lnTo>
                    <a:pt x="896366" y="0"/>
                  </a:lnTo>
                  <a:lnTo>
                    <a:pt x="896366" y="9525"/>
                  </a:lnTo>
                  <a:lnTo>
                    <a:pt x="924941" y="9525"/>
                  </a:lnTo>
                  <a:lnTo>
                    <a:pt x="924941" y="0"/>
                  </a:lnTo>
                  <a:close/>
                </a:path>
                <a:path h="762000" w="3305175">
                  <a:moveTo>
                    <a:pt x="956881" y="752475"/>
                  </a:moveTo>
                  <a:lnTo>
                    <a:pt x="928306" y="752475"/>
                  </a:lnTo>
                  <a:lnTo>
                    <a:pt x="928306" y="762000"/>
                  </a:lnTo>
                  <a:lnTo>
                    <a:pt x="956881" y="762000"/>
                  </a:lnTo>
                  <a:lnTo>
                    <a:pt x="956881" y="752475"/>
                  </a:lnTo>
                  <a:close/>
                </a:path>
                <a:path h="762000" w="3305175">
                  <a:moveTo>
                    <a:pt x="972629" y="0"/>
                  </a:moveTo>
                  <a:lnTo>
                    <a:pt x="944054" y="0"/>
                  </a:lnTo>
                  <a:lnTo>
                    <a:pt x="944054" y="9525"/>
                  </a:lnTo>
                  <a:lnTo>
                    <a:pt x="972629" y="9525"/>
                  </a:lnTo>
                  <a:lnTo>
                    <a:pt x="972629" y="0"/>
                  </a:lnTo>
                  <a:close/>
                </a:path>
                <a:path h="762000" w="3305175">
                  <a:moveTo>
                    <a:pt x="1004557" y="752475"/>
                  </a:moveTo>
                  <a:lnTo>
                    <a:pt x="975982" y="752475"/>
                  </a:lnTo>
                  <a:lnTo>
                    <a:pt x="975982" y="762000"/>
                  </a:lnTo>
                  <a:lnTo>
                    <a:pt x="1004557" y="762000"/>
                  </a:lnTo>
                  <a:lnTo>
                    <a:pt x="1004557" y="752475"/>
                  </a:lnTo>
                  <a:close/>
                </a:path>
                <a:path h="762000" w="3305175">
                  <a:moveTo>
                    <a:pt x="1020305" y="0"/>
                  </a:moveTo>
                  <a:lnTo>
                    <a:pt x="991730" y="0"/>
                  </a:lnTo>
                  <a:lnTo>
                    <a:pt x="991730" y="9525"/>
                  </a:lnTo>
                  <a:lnTo>
                    <a:pt x="1020305" y="9525"/>
                  </a:lnTo>
                  <a:lnTo>
                    <a:pt x="1020305" y="0"/>
                  </a:lnTo>
                  <a:close/>
                </a:path>
                <a:path h="762000" w="3305175">
                  <a:moveTo>
                    <a:pt x="1052245" y="752475"/>
                  </a:moveTo>
                  <a:lnTo>
                    <a:pt x="1023670" y="752475"/>
                  </a:lnTo>
                  <a:lnTo>
                    <a:pt x="1023670" y="762000"/>
                  </a:lnTo>
                  <a:lnTo>
                    <a:pt x="1052245" y="762000"/>
                  </a:lnTo>
                  <a:lnTo>
                    <a:pt x="1052245" y="752475"/>
                  </a:lnTo>
                  <a:close/>
                </a:path>
                <a:path h="762000" w="3305175">
                  <a:moveTo>
                    <a:pt x="1067993" y="0"/>
                  </a:moveTo>
                  <a:lnTo>
                    <a:pt x="1039418" y="0"/>
                  </a:lnTo>
                  <a:lnTo>
                    <a:pt x="1039418" y="9525"/>
                  </a:lnTo>
                  <a:lnTo>
                    <a:pt x="1067993" y="9525"/>
                  </a:lnTo>
                  <a:lnTo>
                    <a:pt x="1067993" y="0"/>
                  </a:lnTo>
                  <a:close/>
                </a:path>
                <a:path h="762000" w="3305175">
                  <a:moveTo>
                    <a:pt x="1099921" y="752475"/>
                  </a:moveTo>
                  <a:lnTo>
                    <a:pt x="1071346" y="752475"/>
                  </a:lnTo>
                  <a:lnTo>
                    <a:pt x="1071346" y="762000"/>
                  </a:lnTo>
                  <a:lnTo>
                    <a:pt x="1099921" y="762000"/>
                  </a:lnTo>
                  <a:lnTo>
                    <a:pt x="1099921" y="752475"/>
                  </a:lnTo>
                  <a:close/>
                </a:path>
                <a:path h="762000" w="3305175">
                  <a:moveTo>
                    <a:pt x="1115669" y="0"/>
                  </a:moveTo>
                  <a:lnTo>
                    <a:pt x="1087094" y="0"/>
                  </a:lnTo>
                  <a:lnTo>
                    <a:pt x="1087094" y="9525"/>
                  </a:lnTo>
                  <a:lnTo>
                    <a:pt x="1115669" y="9525"/>
                  </a:lnTo>
                  <a:lnTo>
                    <a:pt x="1115669" y="0"/>
                  </a:lnTo>
                  <a:close/>
                </a:path>
                <a:path h="762000" w="3305175">
                  <a:moveTo>
                    <a:pt x="1147597" y="752475"/>
                  </a:moveTo>
                  <a:lnTo>
                    <a:pt x="1119022" y="752475"/>
                  </a:lnTo>
                  <a:lnTo>
                    <a:pt x="1119022" y="762000"/>
                  </a:lnTo>
                  <a:lnTo>
                    <a:pt x="1147597" y="762000"/>
                  </a:lnTo>
                  <a:lnTo>
                    <a:pt x="1147597" y="752475"/>
                  </a:lnTo>
                  <a:close/>
                </a:path>
                <a:path h="762000" w="3305175">
                  <a:moveTo>
                    <a:pt x="1163358" y="0"/>
                  </a:moveTo>
                  <a:lnTo>
                    <a:pt x="1134783" y="0"/>
                  </a:lnTo>
                  <a:lnTo>
                    <a:pt x="1134783" y="9525"/>
                  </a:lnTo>
                  <a:lnTo>
                    <a:pt x="1163358" y="9525"/>
                  </a:lnTo>
                  <a:lnTo>
                    <a:pt x="1163358" y="0"/>
                  </a:lnTo>
                  <a:close/>
                </a:path>
                <a:path h="762000" w="3305175">
                  <a:moveTo>
                    <a:pt x="1195285" y="752475"/>
                  </a:moveTo>
                  <a:lnTo>
                    <a:pt x="1166710" y="752475"/>
                  </a:lnTo>
                  <a:lnTo>
                    <a:pt x="1166710" y="762000"/>
                  </a:lnTo>
                  <a:lnTo>
                    <a:pt x="1195285" y="762000"/>
                  </a:lnTo>
                  <a:lnTo>
                    <a:pt x="1195285" y="752475"/>
                  </a:lnTo>
                  <a:close/>
                </a:path>
                <a:path h="762000" w="3305175">
                  <a:moveTo>
                    <a:pt x="1211033" y="0"/>
                  </a:moveTo>
                  <a:lnTo>
                    <a:pt x="1182458" y="0"/>
                  </a:lnTo>
                  <a:lnTo>
                    <a:pt x="1182458" y="9525"/>
                  </a:lnTo>
                  <a:lnTo>
                    <a:pt x="1211033" y="9525"/>
                  </a:lnTo>
                  <a:lnTo>
                    <a:pt x="1211033" y="0"/>
                  </a:lnTo>
                  <a:close/>
                </a:path>
                <a:path h="762000" w="3305175">
                  <a:moveTo>
                    <a:pt x="1242961" y="752475"/>
                  </a:moveTo>
                  <a:lnTo>
                    <a:pt x="1214386" y="752475"/>
                  </a:lnTo>
                  <a:lnTo>
                    <a:pt x="1214386" y="762000"/>
                  </a:lnTo>
                  <a:lnTo>
                    <a:pt x="1242961" y="762000"/>
                  </a:lnTo>
                  <a:lnTo>
                    <a:pt x="1242961" y="752475"/>
                  </a:lnTo>
                  <a:close/>
                </a:path>
                <a:path h="762000" w="3305175">
                  <a:moveTo>
                    <a:pt x="1258709" y="0"/>
                  </a:moveTo>
                  <a:lnTo>
                    <a:pt x="1230134" y="0"/>
                  </a:lnTo>
                  <a:lnTo>
                    <a:pt x="1230134" y="9525"/>
                  </a:lnTo>
                  <a:lnTo>
                    <a:pt x="1258709" y="9525"/>
                  </a:lnTo>
                  <a:lnTo>
                    <a:pt x="1258709" y="0"/>
                  </a:lnTo>
                  <a:close/>
                </a:path>
                <a:path h="762000" w="3305175">
                  <a:moveTo>
                    <a:pt x="1290650" y="752475"/>
                  </a:moveTo>
                  <a:lnTo>
                    <a:pt x="1262075" y="752475"/>
                  </a:lnTo>
                  <a:lnTo>
                    <a:pt x="1262075" y="762000"/>
                  </a:lnTo>
                  <a:lnTo>
                    <a:pt x="1290650" y="762000"/>
                  </a:lnTo>
                  <a:lnTo>
                    <a:pt x="1290650" y="752475"/>
                  </a:lnTo>
                  <a:close/>
                </a:path>
                <a:path h="762000" w="3305175">
                  <a:moveTo>
                    <a:pt x="1306398" y="0"/>
                  </a:moveTo>
                  <a:lnTo>
                    <a:pt x="1277823" y="0"/>
                  </a:lnTo>
                  <a:lnTo>
                    <a:pt x="1277823" y="9525"/>
                  </a:lnTo>
                  <a:lnTo>
                    <a:pt x="1306398" y="9525"/>
                  </a:lnTo>
                  <a:lnTo>
                    <a:pt x="1306398" y="0"/>
                  </a:lnTo>
                  <a:close/>
                </a:path>
                <a:path h="762000" w="3305175">
                  <a:moveTo>
                    <a:pt x="1338326" y="752475"/>
                  </a:moveTo>
                  <a:lnTo>
                    <a:pt x="1309751" y="752475"/>
                  </a:lnTo>
                  <a:lnTo>
                    <a:pt x="1309751" y="762000"/>
                  </a:lnTo>
                  <a:lnTo>
                    <a:pt x="1338326" y="762000"/>
                  </a:lnTo>
                  <a:lnTo>
                    <a:pt x="1338326" y="752475"/>
                  </a:lnTo>
                  <a:close/>
                </a:path>
                <a:path h="762000" w="3305175">
                  <a:moveTo>
                    <a:pt x="1354074" y="0"/>
                  </a:moveTo>
                  <a:lnTo>
                    <a:pt x="1325499" y="0"/>
                  </a:lnTo>
                  <a:lnTo>
                    <a:pt x="1325499" y="9525"/>
                  </a:lnTo>
                  <a:lnTo>
                    <a:pt x="1354074" y="9525"/>
                  </a:lnTo>
                  <a:lnTo>
                    <a:pt x="1354074" y="0"/>
                  </a:lnTo>
                  <a:close/>
                </a:path>
                <a:path h="762000" w="3305175">
                  <a:moveTo>
                    <a:pt x="1386014" y="752475"/>
                  </a:moveTo>
                  <a:lnTo>
                    <a:pt x="1357439" y="752475"/>
                  </a:lnTo>
                  <a:lnTo>
                    <a:pt x="1357439" y="762000"/>
                  </a:lnTo>
                  <a:lnTo>
                    <a:pt x="1386014" y="762000"/>
                  </a:lnTo>
                  <a:lnTo>
                    <a:pt x="1386014" y="752475"/>
                  </a:lnTo>
                  <a:close/>
                </a:path>
                <a:path h="762000" w="3305175">
                  <a:moveTo>
                    <a:pt x="1401762" y="0"/>
                  </a:moveTo>
                  <a:lnTo>
                    <a:pt x="1373187" y="0"/>
                  </a:lnTo>
                  <a:lnTo>
                    <a:pt x="1373187" y="9525"/>
                  </a:lnTo>
                  <a:lnTo>
                    <a:pt x="1401762" y="9525"/>
                  </a:lnTo>
                  <a:lnTo>
                    <a:pt x="1401762" y="0"/>
                  </a:lnTo>
                  <a:close/>
                </a:path>
                <a:path h="762000" w="3305175">
                  <a:moveTo>
                    <a:pt x="1433690" y="752475"/>
                  </a:moveTo>
                  <a:lnTo>
                    <a:pt x="1405115" y="752475"/>
                  </a:lnTo>
                  <a:lnTo>
                    <a:pt x="1405115" y="762000"/>
                  </a:lnTo>
                  <a:lnTo>
                    <a:pt x="1433690" y="762000"/>
                  </a:lnTo>
                  <a:lnTo>
                    <a:pt x="1433690" y="752475"/>
                  </a:lnTo>
                  <a:close/>
                </a:path>
                <a:path h="762000" w="3305175">
                  <a:moveTo>
                    <a:pt x="1449438" y="0"/>
                  </a:moveTo>
                  <a:lnTo>
                    <a:pt x="1420863" y="0"/>
                  </a:lnTo>
                  <a:lnTo>
                    <a:pt x="1420863" y="9525"/>
                  </a:lnTo>
                  <a:lnTo>
                    <a:pt x="1449438" y="9525"/>
                  </a:lnTo>
                  <a:lnTo>
                    <a:pt x="1449438" y="0"/>
                  </a:lnTo>
                  <a:close/>
                </a:path>
                <a:path h="762000" w="3305175">
                  <a:moveTo>
                    <a:pt x="1481366" y="752475"/>
                  </a:moveTo>
                  <a:lnTo>
                    <a:pt x="1452791" y="752475"/>
                  </a:lnTo>
                  <a:lnTo>
                    <a:pt x="1452791" y="762000"/>
                  </a:lnTo>
                  <a:lnTo>
                    <a:pt x="1481366" y="762000"/>
                  </a:lnTo>
                  <a:lnTo>
                    <a:pt x="1481366" y="752475"/>
                  </a:lnTo>
                  <a:close/>
                </a:path>
                <a:path h="762000" w="3305175">
                  <a:moveTo>
                    <a:pt x="1497126" y="0"/>
                  </a:moveTo>
                  <a:lnTo>
                    <a:pt x="1468551" y="0"/>
                  </a:lnTo>
                  <a:lnTo>
                    <a:pt x="1468551" y="9525"/>
                  </a:lnTo>
                  <a:lnTo>
                    <a:pt x="1497126" y="9525"/>
                  </a:lnTo>
                  <a:lnTo>
                    <a:pt x="1497126" y="0"/>
                  </a:lnTo>
                  <a:close/>
                </a:path>
                <a:path h="762000" w="3305175">
                  <a:moveTo>
                    <a:pt x="1529054" y="752475"/>
                  </a:moveTo>
                  <a:lnTo>
                    <a:pt x="1500479" y="752475"/>
                  </a:lnTo>
                  <a:lnTo>
                    <a:pt x="1500479" y="762000"/>
                  </a:lnTo>
                  <a:lnTo>
                    <a:pt x="1529054" y="762000"/>
                  </a:lnTo>
                  <a:lnTo>
                    <a:pt x="1529054" y="752475"/>
                  </a:lnTo>
                  <a:close/>
                </a:path>
                <a:path h="762000" w="3305175">
                  <a:moveTo>
                    <a:pt x="1544802" y="0"/>
                  </a:moveTo>
                  <a:lnTo>
                    <a:pt x="1516227" y="0"/>
                  </a:lnTo>
                  <a:lnTo>
                    <a:pt x="1516227" y="9525"/>
                  </a:lnTo>
                  <a:lnTo>
                    <a:pt x="1544802" y="9525"/>
                  </a:lnTo>
                  <a:lnTo>
                    <a:pt x="1544802" y="0"/>
                  </a:lnTo>
                  <a:close/>
                </a:path>
                <a:path h="762000" w="3305175">
                  <a:moveTo>
                    <a:pt x="1576730" y="752475"/>
                  </a:moveTo>
                  <a:lnTo>
                    <a:pt x="1548155" y="752475"/>
                  </a:lnTo>
                  <a:lnTo>
                    <a:pt x="1548155" y="762000"/>
                  </a:lnTo>
                  <a:lnTo>
                    <a:pt x="1576730" y="762000"/>
                  </a:lnTo>
                  <a:lnTo>
                    <a:pt x="1576730" y="752475"/>
                  </a:lnTo>
                  <a:close/>
                </a:path>
                <a:path h="762000" w="3305175">
                  <a:moveTo>
                    <a:pt x="1592478" y="0"/>
                  </a:moveTo>
                  <a:lnTo>
                    <a:pt x="1563903" y="0"/>
                  </a:lnTo>
                  <a:lnTo>
                    <a:pt x="1563903" y="9525"/>
                  </a:lnTo>
                  <a:lnTo>
                    <a:pt x="1592478" y="9525"/>
                  </a:lnTo>
                  <a:lnTo>
                    <a:pt x="1592478" y="0"/>
                  </a:lnTo>
                  <a:close/>
                </a:path>
                <a:path h="762000" w="3305175">
                  <a:moveTo>
                    <a:pt x="1624418" y="752475"/>
                  </a:moveTo>
                  <a:lnTo>
                    <a:pt x="1595843" y="752475"/>
                  </a:lnTo>
                  <a:lnTo>
                    <a:pt x="1595843" y="762000"/>
                  </a:lnTo>
                  <a:lnTo>
                    <a:pt x="1624418" y="762000"/>
                  </a:lnTo>
                  <a:lnTo>
                    <a:pt x="1624418" y="752475"/>
                  </a:lnTo>
                  <a:close/>
                </a:path>
                <a:path h="762000" w="3305175">
                  <a:moveTo>
                    <a:pt x="1640166" y="0"/>
                  </a:moveTo>
                  <a:lnTo>
                    <a:pt x="1611591" y="0"/>
                  </a:lnTo>
                  <a:lnTo>
                    <a:pt x="1611591" y="9525"/>
                  </a:lnTo>
                  <a:lnTo>
                    <a:pt x="1640166" y="9525"/>
                  </a:lnTo>
                  <a:lnTo>
                    <a:pt x="1640166" y="0"/>
                  </a:lnTo>
                  <a:close/>
                </a:path>
                <a:path h="762000" w="3305175">
                  <a:moveTo>
                    <a:pt x="1672094" y="752475"/>
                  </a:moveTo>
                  <a:lnTo>
                    <a:pt x="1643519" y="752475"/>
                  </a:lnTo>
                  <a:lnTo>
                    <a:pt x="1643519" y="762000"/>
                  </a:lnTo>
                  <a:lnTo>
                    <a:pt x="1672094" y="762000"/>
                  </a:lnTo>
                  <a:lnTo>
                    <a:pt x="1672094" y="752475"/>
                  </a:lnTo>
                  <a:close/>
                </a:path>
                <a:path h="762000" w="3305175">
                  <a:moveTo>
                    <a:pt x="1687842" y="0"/>
                  </a:moveTo>
                  <a:lnTo>
                    <a:pt x="1659267" y="0"/>
                  </a:lnTo>
                  <a:lnTo>
                    <a:pt x="1659267" y="9525"/>
                  </a:lnTo>
                  <a:lnTo>
                    <a:pt x="1687842" y="9525"/>
                  </a:lnTo>
                  <a:lnTo>
                    <a:pt x="1687842" y="0"/>
                  </a:lnTo>
                  <a:close/>
                </a:path>
                <a:path h="762000" w="3305175">
                  <a:moveTo>
                    <a:pt x="1719783" y="752475"/>
                  </a:moveTo>
                  <a:lnTo>
                    <a:pt x="1691208" y="752475"/>
                  </a:lnTo>
                  <a:lnTo>
                    <a:pt x="1691208" y="762000"/>
                  </a:lnTo>
                  <a:lnTo>
                    <a:pt x="1719783" y="762000"/>
                  </a:lnTo>
                  <a:lnTo>
                    <a:pt x="1719783" y="752475"/>
                  </a:lnTo>
                  <a:close/>
                </a:path>
                <a:path h="762000" w="3305175">
                  <a:moveTo>
                    <a:pt x="1735531" y="0"/>
                  </a:moveTo>
                  <a:lnTo>
                    <a:pt x="1706956" y="0"/>
                  </a:lnTo>
                  <a:lnTo>
                    <a:pt x="1706956" y="9525"/>
                  </a:lnTo>
                  <a:lnTo>
                    <a:pt x="1735531" y="9525"/>
                  </a:lnTo>
                  <a:lnTo>
                    <a:pt x="1735531" y="0"/>
                  </a:lnTo>
                  <a:close/>
                </a:path>
                <a:path h="762000" w="3305175">
                  <a:moveTo>
                    <a:pt x="1767459" y="752475"/>
                  </a:moveTo>
                  <a:lnTo>
                    <a:pt x="1738884" y="752475"/>
                  </a:lnTo>
                  <a:lnTo>
                    <a:pt x="1738884" y="762000"/>
                  </a:lnTo>
                  <a:lnTo>
                    <a:pt x="1767459" y="762000"/>
                  </a:lnTo>
                  <a:lnTo>
                    <a:pt x="1767459" y="752475"/>
                  </a:lnTo>
                  <a:close/>
                </a:path>
                <a:path h="762000" w="3305175">
                  <a:moveTo>
                    <a:pt x="1783207" y="0"/>
                  </a:moveTo>
                  <a:lnTo>
                    <a:pt x="1754632" y="0"/>
                  </a:lnTo>
                  <a:lnTo>
                    <a:pt x="1754632" y="9525"/>
                  </a:lnTo>
                  <a:lnTo>
                    <a:pt x="1783207" y="9525"/>
                  </a:lnTo>
                  <a:lnTo>
                    <a:pt x="1783207" y="0"/>
                  </a:lnTo>
                  <a:close/>
                </a:path>
                <a:path h="762000" w="3305175">
                  <a:moveTo>
                    <a:pt x="1815147" y="752475"/>
                  </a:moveTo>
                  <a:lnTo>
                    <a:pt x="1786572" y="752475"/>
                  </a:lnTo>
                  <a:lnTo>
                    <a:pt x="1786572" y="762000"/>
                  </a:lnTo>
                  <a:lnTo>
                    <a:pt x="1815147" y="762000"/>
                  </a:lnTo>
                  <a:lnTo>
                    <a:pt x="1815147" y="752475"/>
                  </a:lnTo>
                  <a:close/>
                </a:path>
                <a:path h="762000" w="3305175">
                  <a:moveTo>
                    <a:pt x="1830895" y="0"/>
                  </a:moveTo>
                  <a:lnTo>
                    <a:pt x="1802320" y="0"/>
                  </a:lnTo>
                  <a:lnTo>
                    <a:pt x="1802320" y="9525"/>
                  </a:lnTo>
                  <a:lnTo>
                    <a:pt x="1830895" y="9525"/>
                  </a:lnTo>
                  <a:lnTo>
                    <a:pt x="1830895" y="0"/>
                  </a:lnTo>
                  <a:close/>
                </a:path>
                <a:path h="762000" w="3305175">
                  <a:moveTo>
                    <a:pt x="1862823" y="752475"/>
                  </a:moveTo>
                  <a:lnTo>
                    <a:pt x="1834248" y="752475"/>
                  </a:lnTo>
                  <a:lnTo>
                    <a:pt x="1834248" y="762000"/>
                  </a:lnTo>
                  <a:lnTo>
                    <a:pt x="1862823" y="762000"/>
                  </a:lnTo>
                  <a:lnTo>
                    <a:pt x="1862823" y="752475"/>
                  </a:lnTo>
                  <a:close/>
                </a:path>
                <a:path h="762000" w="3305175">
                  <a:moveTo>
                    <a:pt x="1878571" y="0"/>
                  </a:moveTo>
                  <a:lnTo>
                    <a:pt x="1849996" y="0"/>
                  </a:lnTo>
                  <a:lnTo>
                    <a:pt x="1849996" y="9525"/>
                  </a:lnTo>
                  <a:lnTo>
                    <a:pt x="1878571" y="9525"/>
                  </a:lnTo>
                  <a:lnTo>
                    <a:pt x="1878571" y="0"/>
                  </a:lnTo>
                  <a:close/>
                </a:path>
                <a:path h="762000" w="3305175">
                  <a:moveTo>
                    <a:pt x="1910499" y="752475"/>
                  </a:moveTo>
                  <a:lnTo>
                    <a:pt x="1881924" y="752475"/>
                  </a:lnTo>
                  <a:lnTo>
                    <a:pt x="1881924" y="762000"/>
                  </a:lnTo>
                  <a:lnTo>
                    <a:pt x="1910499" y="762000"/>
                  </a:lnTo>
                  <a:lnTo>
                    <a:pt x="1910499" y="752475"/>
                  </a:lnTo>
                  <a:close/>
                </a:path>
                <a:path h="762000" w="3305175">
                  <a:moveTo>
                    <a:pt x="1926259" y="0"/>
                  </a:moveTo>
                  <a:lnTo>
                    <a:pt x="1897684" y="0"/>
                  </a:lnTo>
                  <a:lnTo>
                    <a:pt x="1897684" y="9525"/>
                  </a:lnTo>
                  <a:lnTo>
                    <a:pt x="1926259" y="9525"/>
                  </a:lnTo>
                  <a:lnTo>
                    <a:pt x="1926259" y="0"/>
                  </a:lnTo>
                  <a:close/>
                </a:path>
                <a:path h="762000" w="3305175">
                  <a:moveTo>
                    <a:pt x="1958187" y="752475"/>
                  </a:moveTo>
                  <a:lnTo>
                    <a:pt x="1929612" y="752475"/>
                  </a:lnTo>
                  <a:lnTo>
                    <a:pt x="1929612" y="762000"/>
                  </a:lnTo>
                  <a:lnTo>
                    <a:pt x="1958187" y="762000"/>
                  </a:lnTo>
                  <a:lnTo>
                    <a:pt x="1958187" y="752475"/>
                  </a:lnTo>
                  <a:close/>
                </a:path>
                <a:path h="762000" w="3305175">
                  <a:moveTo>
                    <a:pt x="1973935" y="0"/>
                  </a:moveTo>
                  <a:lnTo>
                    <a:pt x="1945360" y="0"/>
                  </a:lnTo>
                  <a:lnTo>
                    <a:pt x="1945360" y="9525"/>
                  </a:lnTo>
                  <a:lnTo>
                    <a:pt x="1973935" y="9525"/>
                  </a:lnTo>
                  <a:lnTo>
                    <a:pt x="1973935" y="0"/>
                  </a:lnTo>
                  <a:close/>
                </a:path>
                <a:path h="762000" w="3305175">
                  <a:moveTo>
                    <a:pt x="2005863" y="752475"/>
                  </a:moveTo>
                  <a:lnTo>
                    <a:pt x="1977288" y="752475"/>
                  </a:lnTo>
                  <a:lnTo>
                    <a:pt x="1977288" y="762000"/>
                  </a:lnTo>
                  <a:lnTo>
                    <a:pt x="2005863" y="762000"/>
                  </a:lnTo>
                  <a:lnTo>
                    <a:pt x="2005863" y="752475"/>
                  </a:lnTo>
                  <a:close/>
                </a:path>
                <a:path h="762000" w="3305175">
                  <a:moveTo>
                    <a:pt x="2021611" y="0"/>
                  </a:moveTo>
                  <a:lnTo>
                    <a:pt x="1993036" y="0"/>
                  </a:lnTo>
                  <a:lnTo>
                    <a:pt x="1993036" y="9525"/>
                  </a:lnTo>
                  <a:lnTo>
                    <a:pt x="2021611" y="9525"/>
                  </a:lnTo>
                  <a:lnTo>
                    <a:pt x="2021611" y="0"/>
                  </a:lnTo>
                  <a:close/>
                </a:path>
                <a:path h="762000" w="3305175">
                  <a:moveTo>
                    <a:pt x="2053551" y="752475"/>
                  </a:moveTo>
                  <a:lnTo>
                    <a:pt x="2024976" y="752475"/>
                  </a:lnTo>
                  <a:lnTo>
                    <a:pt x="2024976" y="762000"/>
                  </a:lnTo>
                  <a:lnTo>
                    <a:pt x="2053551" y="762000"/>
                  </a:lnTo>
                  <a:lnTo>
                    <a:pt x="2053551" y="752475"/>
                  </a:lnTo>
                  <a:close/>
                </a:path>
                <a:path h="762000" w="3305175">
                  <a:moveTo>
                    <a:pt x="2069299" y="0"/>
                  </a:moveTo>
                  <a:lnTo>
                    <a:pt x="2040724" y="0"/>
                  </a:lnTo>
                  <a:lnTo>
                    <a:pt x="2040724" y="9525"/>
                  </a:lnTo>
                  <a:lnTo>
                    <a:pt x="2069299" y="9525"/>
                  </a:lnTo>
                  <a:lnTo>
                    <a:pt x="2069299" y="0"/>
                  </a:lnTo>
                  <a:close/>
                </a:path>
                <a:path h="762000" w="3305175">
                  <a:moveTo>
                    <a:pt x="2101227" y="752475"/>
                  </a:moveTo>
                  <a:lnTo>
                    <a:pt x="2072652" y="752475"/>
                  </a:lnTo>
                  <a:lnTo>
                    <a:pt x="2072652" y="762000"/>
                  </a:lnTo>
                  <a:lnTo>
                    <a:pt x="2101227" y="762000"/>
                  </a:lnTo>
                  <a:lnTo>
                    <a:pt x="2101227" y="752475"/>
                  </a:lnTo>
                  <a:close/>
                </a:path>
                <a:path h="762000" w="3305175">
                  <a:moveTo>
                    <a:pt x="2116975" y="0"/>
                  </a:moveTo>
                  <a:lnTo>
                    <a:pt x="2088400" y="0"/>
                  </a:lnTo>
                  <a:lnTo>
                    <a:pt x="2088400" y="9525"/>
                  </a:lnTo>
                  <a:lnTo>
                    <a:pt x="2116975" y="9525"/>
                  </a:lnTo>
                  <a:lnTo>
                    <a:pt x="2116975" y="0"/>
                  </a:lnTo>
                  <a:close/>
                </a:path>
                <a:path h="762000" w="3305175">
                  <a:moveTo>
                    <a:pt x="2148916" y="752475"/>
                  </a:moveTo>
                  <a:lnTo>
                    <a:pt x="2120341" y="752475"/>
                  </a:lnTo>
                  <a:lnTo>
                    <a:pt x="2120341" y="762000"/>
                  </a:lnTo>
                  <a:lnTo>
                    <a:pt x="2148916" y="762000"/>
                  </a:lnTo>
                  <a:lnTo>
                    <a:pt x="2148916" y="752475"/>
                  </a:lnTo>
                  <a:close/>
                </a:path>
                <a:path h="762000" w="3305175">
                  <a:moveTo>
                    <a:pt x="2164664" y="0"/>
                  </a:moveTo>
                  <a:lnTo>
                    <a:pt x="2136089" y="0"/>
                  </a:lnTo>
                  <a:lnTo>
                    <a:pt x="2136089" y="9525"/>
                  </a:lnTo>
                  <a:lnTo>
                    <a:pt x="2164664" y="9525"/>
                  </a:lnTo>
                  <a:lnTo>
                    <a:pt x="2164664" y="0"/>
                  </a:lnTo>
                  <a:close/>
                </a:path>
                <a:path h="762000" w="3305175">
                  <a:moveTo>
                    <a:pt x="2196592" y="752475"/>
                  </a:moveTo>
                  <a:lnTo>
                    <a:pt x="2168017" y="752475"/>
                  </a:lnTo>
                  <a:lnTo>
                    <a:pt x="2168017" y="762000"/>
                  </a:lnTo>
                  <a:lnTo>
                    <a:pt x="2196592" y="762000"/>
                  </a:lnTo>
                  <a:lnTo>
                    <a:pt x="2196592" y="752475"/>
                  </a:lnTo>
                  <a:close/>
                </a:path>
                <a:path h="762000" w="3305175">
                  <a:moveTo>
                    <a:pt x="2212340" y="0"/>
                  </a:moveTo>
                  <a:lnTo>
                    <a:pt x="2183765" y="0"/>
                  </a:lnTo>
                  <a:lnTo>
                    <a:pt x="2183765" y="9525"/>
                  </a:lnTo>
                  <a:lnTo>
                    <a:pt x="2212340" y="9525"/>
                  </a:lnTo>
                  <a:lnTo>
                    <a:pt x="2212340" y="0"/>
                  </a:lnTo>
                  <a:close/>
                </a:path>
                <a:path h="762000" w="3305175">
                  <a:moveTo>
                    <a:pt x="2244267" y="752475"/>
                  </a:moveTo>
                  <a:lnTo>
                    <a:pt x="2215692" y="752475"/>
                  </a:lnTo>
                  <a:lnTo>
                    <a:pt x="2215692" y="762000"/>
                  </a:lnTo>
                  <a:lnTo>
                    <a:pt x="2244267" y="762000"/>
                  </a:lnTo>
                  <a:lnTo>
                    <a:pt x="2244267" y="752475"/>
                  </a:lnTo>
                  <a:close/>
                </a:path>
                <a:path h="762000" w="3305175">
                  <a:moveTo>
                    <a:pt x="2260028" y="0"/>
                  </a:moveTo>
                  <a:lnTo>
                    <a:pt x="2231453" y="0"/>
                  </a:lnTo>
                  <a:lnTo>
                    <a:pt x="2231453" y="9525"/>
                  </a:lnTo>
                  <a:lnTo>
                    <a:pt x="2260028" y="9525"/>
                  </a:lnTo>
                  <a:lnTo>
                    <a:pt x="2260028" y="0"/>
                  </a:lnTo>
                  <a:close/>
                </a:path>
                <a:path h="762000" w="3305175">
                  <a:moveTo>
                    <a:pt x="2291956" y="752475"/>
                  </a:moveTo>
                  <a:lnTo>
                    <a:pt x="2263381" y="752475"/>
                  </a:lnTo>
                  <a:lnTo>
                    <a:pt x="2263381" y="762000"/>
                  </a:lnTo>
                  <a:lnTo>
                    <a:pt x="2291956" y="762000"/>
                  </a:lnTo>
                  <a:lnTo>
                    <a:pt x="2291956" y="752475"/>
                  </a:lnTo>
                  <a:close/>
                </a:path>
                <a:path h="762000" w="3305175">
                  <a:moveTo>
                    <a:pt x="2307704" y="0"/>
                  </a:moveTo>
                  <a:lnTo>
                    <a:pt x="2279129" y="0"/>
                  </a:lnTo>
                  <a:lnTo>
                    <a:pt x="2279129" y="9525"/>
                  </a:lnTo>
                  <a:lnTo>
                    <a:pt x="2307704" y="9525"/>
                  </a:lnTo>
                  <a:lnTo>
                    <a:pt x="2307704" y="0"/>
                  </a:lnTo>
                  <a:close/>
                </a:path>
                <a:path h="762000" w="3305175">
                  <a:moveTo>
                    <a:pt x="2339632" y="752475"/>
                  </a:moveTo>
                  <a:lnTo>
                    <a:pt x="2311057" y="752475"/>
                  </a:lnTo>
                  <a:lnTo>
                    <a:pt x="2311057" y="762000"/>
                  </a:lnTo>
                  <a:lnTo>
                    <a:pt x="2339632" y="762000"/>
                  </a:lnTo>
                  <a:lnTo>
                    <a:pt x="2339632" y="752475"/>
                  </a:lnTo>
                  <a:close/>
                </a:path>
                <a:path h="762000" w="3305175">
                  <a:moveTo>
                    <a:pt x="2355392" y="0"/>
                  </a:moveTo>
                  <a:lnTo>
                    <a:pt x="2326817" y="0"/>
                  </a:lnTo>
                  <a:lnTo>
                    <a:pt x="2326817" y="9525"/>
                  </a:lnTo>
                  <a:lnTo>
                    <a:pt x="2355392" y="9525"/>
                  </a:lnTo>
                  <a:lnTo>
                    <a:pt x="2355392" y="0"/>
                  </a:lnTo>
                  <a:close/>
                </a:path>
                <a:path h="762000" w="3305175">
                  <a:moveTo>
                    <a:pt x="2387320" y="752475"/>
                  </a:moveTo>
                  <a:lnTo>
                    <a:pt x="2358745" y="752475"/>
                  </a:lnTo>
                  <a:lnTo>
                    <a:pt x="2358745" y="762000"/>
                  </a:lnTo>
                  <a:lnTo>
                    <a:pt x="2387320" y="762000"/>
                  </a:lnTo>
                  <a:lnTo>
                    <a:pt x="2387320" y="752475"/>
                  </a:lnTo>
                  <a:close/>
                </a:path>
                <a:path h="762000" w="3305175">
                  <a:moveTo>
                    <a:pt x="2403068" y="0"/>
                  </a:moveTo>
                  <a:lnTo>
                    <a:pt x="2374493" y="0"/>
                  </a:lnTo>
                  <a:lnTo>
                    <a:pt x="2374493" y="9525"/>
                  </a:lnTo>
                  <a:lnTo>
                    <a:pt x="2403068" y="9525"/>
                  </a:lnTo>
                  <a:lnTo>
                    <a:pt x="2403068" y="0"/>
                  </a:lnTo>
                  <a:close/>
                </a:path>
                <a:path h="762000" w="3305175">
                  <a:moveTo>
                    <a:pt x="2434996" y="752475"/>
                  </a:moveTo>
                  <a:lnTo>
                    <a:pt x="2406421" y="752475"/>
                  </a:lnTo>
                  <a:lnTo>
                    <a:pt x="2406421" y="762000"/>
                  </a:lnTo>
                  <a:lnTo>
                    <a:pt x="2434996" y="762000"/>
                  </a:lnTo>
                  <a:lnTo>
                    <a:pt x="2434996" y="752475"/>
                  </a:lnTo>
                  <a:close/>
                </a:path>
                <a:path h="762000" w="3305175">
                  <a:moveTo>
                    <a:pt x="2450744" y="0"/>
                  </a:moveTo>
                  <a:lnTo>
                    <a:pt x="2422169" y="0"/>
                  </a:lnTo>
                  <a:lnTo>
                    <a:pt x="2422169" y="9525"/>
                  </a:lnTo>
                  <a:lnTo>
                    <a:pt x="2450744" y="9525"/>
                  </a:lnTo>
                  <a:lnTo>
                    <a:pt x="2450744" y="0"/>
                  </a:lnTo>
                  <a:close/>
                </a:path>
                <a:path h="762000" w="3305175">
                  <a:moveTo>
                    <a:pt x="2482685" y="752475"/>
                  </a:moveTo>
                  <a:lnTo>
                    <a:pt x="2454110" y="752475"/>
                  </a:lnTo>
                  <a:lnTo>
                    <a:pt x="2454110" y="762000"/>
                  </a:lnTo>
                  <a:lnTo>
                    <a:pt x="2482685" y="762000"/>
                  </a:lnTo>
                  <a:lnTo>
                    <a:pt x="2482685" y="752475"/>
                  </a:lnTo>
                  <a:close/>
                </a:path>
                <a:path h="762000" w="3305175">
                  <a:moveTo>
                    <a:pt x="2498433" y="0"/>
                  </a:moveTo>
                  <a:lnTo>
                    <a:pt x="2469858" y="0"/>
                  </a:lnTo>
                  <a:lnTo>
                    <a:pt x="2469858" y="9525"/>
                  </a:lnTo>
                  <a:lnTo>
                    <a:pt x="2498433" y="9525"/>
                  </a:lnTo>
                  <a:lnTo>
                    <a:pt x="2498433" y="0"/>
                  </a:lnTo>
                  <a:close/>
                </a:path>
                <a:path h="762000" w="3305175">
                  <a:moveTo>
                    <a:pt x="2530360" y="752475"/>
                  </a:moveTo>
                  <a:lnTo>
                    <a:pt x="2501785" y="752475"/>
                  </a:lnTo>
                  <a:lnTo>
                    <a:pt x="2501785" y="762000"/>
                  </a:lnTo>
                  <a:lnTo>
                    <a:pt x="2530360" y="762000"/>
                  </a:lnTo>
                  <a:lnTo>
                    <a:pt x="2530360" y="752475"/>
                  </a:lnTo>
                  <a:close/>
                </a:path>
                <a:path h="762000" w="3305175">
                  <a:moveTo>
                    <a:pt x="2546108" y="0"/>
                  </a:moveTo>
                  <a:lnTo>
                    <a:pt x="2517533" y="0"/>
                  </a:lnTo>
                  <a:lnTo>
                    <a:pt x="2517533" y="9525"/>
                  </a:lnTo>
                  <a:lnTo>
                    <a:pt x="2546108" y="9525"/>
                  </a:lnTo>
                  <a:lnTo>
                    <a:pt x="2546108" y="0"/>
                  </a:lnTo>
                  <a:close/>
                </a:path>
                <a:path h="762000" w="3305175">
                  <a:moveTo>
                    <a:pt x="2578049" y="752475"/>
                  </a:moveTo>
                  <a:lnTo>
                    <a:pt x="2549474" y="752475"/>
                  </a:lnTo>
                  <a:lnTo>
                    <a:pt x="2549474" y="762000"/>
                  </a:lnTo>
                  <a:lnTo>
                    <a:pt x="2578049" y="762000"/>
                  </a:lnTo>
                  <a:lnTo>
                    <a:pt x="2578049" y="752475"/>
                  </a:lnTo>
                  <a:close/>
                </a:path>
                <a:path h="762000" w="3305175">
                  <a:moveTo>
                    <a:pt x="2593797" y="0"/>
                  </a:moveTo>
                  <a:lnTo>
                    <a:pt x="2565222" y="0"/>
                  </a:lnTo>
                  <a:lnTo>
                    <a:pt x="2565222" y="9525"/>
                  </a:lnTo>
                  <a:lnTo>
                    <a:pt x="2593797" y="9525"/>
                  </a:lnTo>
                  <a:lnTo>
                    <a:pt x="2593797" y="0"/>
                  </a:lnTo>
                  <a:close/>
                </a:path>
                <a:path h="762000" w="3305175">
                  <a:moveTo>
                    <a:pt x="2625725" y="752475"/>
                  </a:moveTo>
                  <a:lnTo>
                    <a:pt x="2597150" y="752475"/>
                  </a:lnTo>
                  <a:lnTo>
                    <a:pt x="2597150" y="762000"/>
                  </a:lnTo>
                  <a:lnTo>
                    <a:pt x="2625725" y="762000"/>
                  </a:lnTo>
                  <a:lnTo>
                    <a:pt x="2625725" y="752475"/>
                  </a:lnTo>
                  <a:close/>
                </a:path>
                <a:path h="762000" w="3305175">
                  <a:moveTo>
                    <a:pt x="2641473" y="0"/>
                  </a:moveTo>
                  <a:lnTo>
                    <a:pt x="2612898" y="0"/>
                  </a:lnTo>
                  <a:lnTo>
                    <a:pt x="2612898" y="9525"/>
                  </a:lnTo>
                  <a:lnTo>
                    <a:pt x="2641473" y="9525"/>
                  </a:lnTo>
                  <a:lnTo>
                    <a:pt x="2641473" y="0"/>
                  </a:lnTo>
                  <a:close/>
                </a:path>
                <a:path h="762000" w="3305175">
                  <a:moveTo>
                    <a:pt x="2673400" y="752475"/>
                  </a:moveTo>
                  <a:lnTo>
                    <a:pt x="2644825" y="752475"/>
                  </a:lnTo>
                  <a:lnTo>
                    <a:pt x="2644825" y="762000"/>
                  </a:lnTo>
                  <a:lnTo>
                    <a:pt x="2673400" y="762000"/>
                  </a:lnTo>
                  <a:lnTo>
                    <a:pt x="2673400" y="752475"/>
                  </a:lnTo>
                  <a:close/>
                </a:path>
                <a:path h="762000" w="3305175">
                  <a:moveTo>
                    <a:pt x="2689161" y="0"/>
                  </a:moveTo>
                  <a:lnTo>
                    <a:pt x="2660586" y="0"/>
                  </a:lnTo>
                  <a:lnTo>
                    <a:pt x="2660586" y="9525"/>
                  </a:lnTo>
                  <a:lnTo>
                    <a:pt x="2689161" y="9525"/>
                  </a:lnTo>
                  <a:lnTo>
                    <a:pt x="2689161" y="0"/>
                  </a:lnTo>
                  <a:close/>
                </a:path>
                <a:path h="762000" w="3305175">
                  <a:moveTo>
                    <a:pt x="2721089" y="752475"/>
                  </a:moveTo>
                  <a:lnTo>
                    <a:pt x="2692514" y="752475"/>
                  </a:lnTo>
                  <a:lnTo>
                    <a:pt x="2692514" y="762000"/>
                  </a:lnTo>
                  <a:lnTo>
                    <a:pt x="2721089" y="762000"/>
                  </a:lnTo>
                  <a:lnTo>
                    <a:pt x="2721089" y="752475"/>
                  </a:lnTo>
                  <a:close/>
                </a:path>
                <a:path h="762000" w="3305175">
                  <a:moveTo>
                    <a:pt x="2736837" y="0"/>
                  </a:moveTo>
                  <a:lnTo>
                    <a:pt x="2708262" y="0"/>
                  </a:lnTo>
                  <a:lnTo>
                    <a:pt x="2708262" y="9525"/>
                  </a:lnTo>
                  <a:lnTo>
                    <a:pt x="2736837" y="9525"/>
                  </a:lnTo>
                  <a:lnTo>
                    <a:pt x="2736837" y="0"/>
                  </a:lnTo>
                  <a:close/>
                </a:path>
                <a:path h="762000" w="3305175">
                  <a:moveTo>
                    <a:pt x="2768765" y="752475"/>
                  </a:moveTo>
                  <a:lnTo>
                    <a:pt x="2740190" y="752475"/>
                  </a:lnTo>
                  <a:lnTo>
                    <a:pt x="2740190" y="762000"/>
                  </a:lnTo>
                  <a:lnTo>
                    <a:pt x="2768765" y="762000"/>
                  </a:lnTo>
                  <a:lnTo>
                    <a:pt x="2768765" y="752475"/>
                  </a:lnTo>
                  <a:close/>
                </a:path>
                <a:path h="762000" w="3305175">
                  <a:moveTo>
                    <a:pt x="2784513" y="0"/>
                  </a:moveTo>
                  <a:lnTo>
                    <a:pt x="2755938" y="0"/>
                  </a:lnTo>
                  <a:lnTo>
                    <a:pt x="2755938" y="9525"/>
                  </a:lnTo>
                  <a:lnTo>
                    <a:pt x="2784513" y="9525"/>
                  </a:lnTo>
                  <a:lnTo>
                    <a:pt x="2784513" y="0"/>
                  </a:lnTo>
                  <a:close/>
                </a:path>
                <a:path h="762000" w="3305175">
                  <a:moveTo>
                    <a:pt x="2816453" y="752475"/>
                  </a:moveTo>
                  <a:lnTo>
                    <a:pt x="2787878" y="752475"/>
                  </a:lnTo>
                  <a:lnTo>
                    <a:pt x="2787878" y="762000"/>
                  </a:lnTo>
                  <a:lnTo>
                    <a:pt x="2816453" y="762000"/>
                  </a:lnTo>
                  <a:lnTo>
                    <a:pt x="2816453" y="752475"/>
                  </a:lnTo>
                  <a:close/>
                </a:path>
                <a:path h="762000" w="3305175">
                  <a:moveTo>
                    <a:pt x="2832201" y="0"/>
                  </a:moveTo>
                  <a:lnTo>
                    <a:pt x="2803626" y="0"/>
                  </a:lnTo>
                  <a:lnTo>
                    <a:pt x="2803626" y="9525"/>
                  </a:lnTo>
                  <a:lnTo>
                    <a:pt x="2832201" y="9525"/>
                  </a:lnTo>
                  <a:lnTo>
                    <a:pt x="2832201" y="0"/>
                  </a:lnTo>
                  <a:close/>
                </a:path>
                <a:path h="762000" w="3305175">
                  <a:moveTo>
                    <a:pt x="2864129" y="752475"/>
                  </a:moveTo>
                  <a:lnTo>
                    <a:pt x="2835554" y="752475"/>
                  </a:lnTo>
                  <a:lnTo>
                    <a:pt x="2835554" y="762000"/>
                  </a:lnTo>
                  <a:lnTo>
                    <a:pt x="2864129" y="762000"/>
                  </a:lnTo>
                  <a:lnTo>
                    <a:pt x="2864129" y="752475"/>
                  </a:lnTo>
                  <a:close/>
                </a:path>
                <a:path h="762000" w="3305175">
                  <a:moveTo>
                    <a:pt x="2879877" y="0"/>
                  </a:moveTo>
                  <a:lnTo>
                    <a:pt x="2851302" y="0"/>
                  </a:lnTo>
                  <a:lnTo>
                    <a:pt x="2851302" y="9525"/>
                  </a:lnTo>
                  <a:lnTo>
                    <a:pt x="2879877" y="9525"/>
                  </a:lnTo>
                  <a:lnTo>
                    <a:pt x="2879877" y="0"/>
                  </a:lnTo>
                  <a:close/>
                </a:path>
                <a:path h="762000" w="3305175">
                  <a:moveTo>
                    <a:pt x="2911818" y="752475"/>
                  </a:moveTo>
                  <a:lnTo>
                    <a:pt x="2883243" y="752475"/>
                  </a:lnTo>
                  <a:lnTo>
                    <a:pt x="2883243" y="762000"/>
                  </a:lnTo>
                  <a:lnTo>
                    <a:pt x="2911818" y="762000"/>
                  </a:lnTo>
                  <a:lnTo>
                    <a:pt x="2911818" y="752475"/>
                  </a:lnTo>
                  <a:close/>
                </a:path>
                <a:path h="762000" w="3305175">
                  <a:moveTo>
                    <a:pt x="2927566" y="0"/>
                  </a:moveTo>
                  <a:lnTo>
                    <a:pt x="2898991" y="0"/>
                  </a:lnTo>
                  <a:lnTo>
                    <a:pt x="2898991" y="9525"/>
                  </a:lnTo>
                  <a:lnTo>
                    <a:pt x="2927566" y="9525"/>
                  </a:lnTo>
                  <a:lnTo>
                    <a:pt x="2927566" y="0"/>
                  </a:lnTo>
                  <a:close/>
                </a:path>
                <a:path h="762000" w="3305175">
                  <a:moveTo>
                    <a:pt x="2959493" y="752475"/>
                  </a:moveTo>
                  <a:lnTo>
                    <a:pt x="2930918" y="752475"/>
                  </a:lnTo>
                  <a:lnTo>
                    <a:pt x="2930918" y="762000"/>
                  </a:lnTo>
                  <a:lnTo>
                    <a:pt x="2959493" y="762000"/>
                  </a:lnTo>
                  <a:lnTo>
                    <a:pt x="2959493" y="752475"/>
                  </a:lnTo>
                  <a:close/>
                </a:path>
                <a:path h="762000" w="3305175">
                  <a:moveTo>
                    <a:pt x="2975241" y="0"/>
                  </a:moveTo>
                  <a:lnTo>
                    <a:pt x="2946666" y="0"/>
                  </a:lnTo>
                  <a:lnTo>
                    <a:pt x="2946666" y="9525"/>
                  </a:lnTo>
                  <a:lnTo>
                    <a:pt x="2975241" y="9525"/>
                  </a:lnTo>
                  <a:lnTo>
                    <a:pt x="2975241" y="0"/>
                  </a:lnTo>
                  <a:close/>
                </a:path>
                <a:path h="762000" w="3305175">
                  <a:moveTo>
                    <a:pt x="3007169" y="752475"/>
                  </a:moveTo>
                  <a:lnTo>
                    <a:pt x="2978594" y="752475"/>
                  </a:lnTo>
                  <a:lnTo>
                    <a:pt x="2978594" y="762000"/>
                  </a:lnTo>
                  <a:lnTo>
                    <a:pt x="3007169" y="762000"/>
                  </a:lnTo>
                  <a:lnTo>
                    <a:pt x="3007169" y="752475"/>
                  </a:lnTo>
                  <a:close/>
                </a:path>
                <a:path h="762000" w="3305175">
                  <a:moveTo>
                    <a:pt x="3022930" y="0"/>
                  </a:moveTo>
                  <a:lnTo>
                    <a:pt x="2994355" y="0"/>
                  </a:lnTo>
                  <a:lnTo>
                    <a:pt x="2994355" y="9525"/>
                  </a:lnTo>
                  <a:lnTo>
                    <a:pt x="3022930" y="9525"/>
                  </a:lnTo>
                  <a:lnTo>
                    <a:pt x="3022930" y="0"/>
                  </a:lnTo>
                  <a:close/>
                </a:path>
                <a:path h="762000" w="3305175">
                  <a:moveTo>
                    <a:pt x="3054858" y="752475"/>
                  </a:moveTo>
                  <a:lnTo>
                    <a:pt x="3026283" y="752475"/>
                  </a:lnTo>
                  <a:lnTo>
                    <a:pt x="3026283" y="762000"/>
                  </a:lnTo>
                  <a:lnTo>
                    <a:pt x="3054858" y="762000"/>
                  </a:lnTo>
                  <a:lnTo>
                    <a:pt x="3054858" y="752475"/>
                  </a:lnTo>
                  <a:close/>
                </a:path>
                <a:path h="762000" w="3305175">
                  <a:moveTo>
                    <a:pt x="3070606" y="0"/>
                  </a:moveTo>
                  <a:lnTo>
                    <a:pt x="3042031" y="0"/>
                  </a:lnTo>
                  <a:lnTo>
                    <a:pt x="3042031" y="9525"/>
                  </a:lnTo>
                  <a:lnTo>
                    <a:pt x="3070606" y="9525"/>
                  </a:lnTo>
                  <a:lnTo>
                    <a:pt x="3070606" y="0"/>
                  </a:lnTo>
                  <a:close/>
                </a:path>
                <a:path h="762000" w="3305175">
                  <a:moveTo>
                    <a:pt x="3102533" y="752475"/>
                  </a:moveTo>
                  <a:lnTo>
                    <a:pt x="3073958" y="752475"/>
                  </a:lnTo>
                  <a:lnTo>
                    <a:pt x="3073958" y="762000"/>
                  </a:lnTo>
                  <a:lnTo>
                    <a:pt x="3102533" y="762000"/>
                  </a:lnTo>
                  <a:lnTo>
                    <a:pt x="3102533" y="752475"/>
                  </a:lnTo>
                  <a:close/>
                </a:path>
                <a:path h="762000" w="3305175">
                  <a:moveTo>
                    <a:pt x="3118281" y="0"/>
                  </a:moveTo>
                  <a:lnTo>
                    <a:pt x="3089706" y="0"/>
                  </a:lnTo>
                  <a:lnTo>
                    <a:pt x="3089706" y="9525"/>
                  </a:lnTo>
                  <a:lnTo>
                    <a:pt x="3118281" y="9525"/>
                  </a:lnTo>
                  <a:lnTo>
                    <a:pt x="3118281" y="0"/>
                  </a:lnTo>
                  <a:close/>
                </a:path>
                <a:path h="762000" w="3305175">
                  <a:moveTo>
                    <a:pt x="3150222" y="752475"/>
                  </a:moveTo>
                  <a:lnTo>
                    <a:pt x="3121647" y="752475"/>
                  </a:lnTo>
                  <a:lnTo>
                    <a:pt x="3121647" y="762000"/>
                  </a:lnTo>
                  <a:lnTo>
                    <a:pt x="3150222" y="762000"/>
                  </a:lnTo>
                  <a:lnTo>
                    <a:pt x="3150222" y="752475"/>
                  </a:lnTo>
                  <a:close/>
                </a:path>
                <a:path h="762000" w="3305175">
                  <a:moveTo>
                    <a:pt x="3165970" y="0"/>
                  </a:moveTo>
                  <a:lnTo>
                    <a:pt x="3137395" y="0"/>
                  </a:lnTo>
                  <a:lnTo>
                    <a:pt x="3137395" y="9525"/>
                  </a:lnTo>
                  <a:lnTo>
                    <a:pt x="3165970" y="9525"/>
                  </a:lnTo>
                  <a:lnTo>
                    <a:pt x="3165970" y="0"/>
                  </a:lnTo>
                  <a:close/>
                </a:path>
                <a:path h="762000" w="3305175">
                  <a:moveTo>
                    <a:pt x="3197898" y="752475"/>
                  </a:moveTo>
                  <a:lnTo>
                    <a:pt x="3169323" y="752475"/>
                  </a:lnTo>
                  <a:lnTo>
                    <a:pt x="3169323" y="762000"/>
                  </a:lnTo>
                  <a:lnTo>
                    <a:pt x="3197898" y="762000"/>
                  </a:lnTo>
                  <a:lnTo>
                    <a:pt x="3197898" y="752475"/>
                  </a:lnTo>
                  <a:close/>
                </a:path>
                <a:path h="762000" w="3305175">
                  <a:moveTo>
                    <a:pt x="3213646" y="0"/>
                  </a:moveTo>
                  <a:lnTo>
                    <a:pt x="3185071" y="0"/>
                  </a:lnTo>
                  <a:lnTo>
                    <a:pt x="3185071" y="9525"/>
                  </a:lnTo>
                  <a:lnTo>
                    <a:pt x="3213646" y="9525"/>
                  </a:lnTo>
                  <a:lnTo>
                    <a:pt x="3213646" y="0"/>
                  </a:lnTo>
                  <a:close/>
                </a:path>
                <a:path h="762000" w="3305175">
                  <a:moveTo>
                    <a:pt x="3245586" y="752475"/>
                  </a:moveTo>
                  <a:lnTo>
                    <a:pt x="3217011" y="752475"/>
                  </a:lnTo>
                  <a:lnTo>
                    <a:pt x="3217011" y="762000"/>
                  </a:lnTo>
                  <a:lnTo>
                    <a:pt x="3245586" y="762000"/>
                  </a:lnTo>
                  <a:lnTo>
                    <a:pt x="3245586" y="752475"/>
                  </a:lnTo>
                  <a:close/>
                </a:path>
                <a:path h="762000" w="3305175">
                  <a:moveTo>
                    <a:pt x="3261334" y="0"/>
                  </a:moveTo>
                  <a:lnTo>
                    <a:pt x="3232759" y="0"/>
                  </a:lnTo>
                  <a:lnTo>
                    <a:pt x="3232759" y="9525"/>
                  </a:lnTo>
                  <a:lnTo>
                    <a:pt x="3261334" y="9525"/>
                  </a:lnTo>
                  <a:lnTo>
                    <a:pt x="3261334" y="0"/>
                  </a:lnTo>
                  <a:close/>
                </a:path>
                <a:path h="762000" w="3305175">
                  <a:moveTo>
                    <a:pt x="3291548" y="752906"/>
                  </a:moveTo>
                  <a:lnTo>
                    <a:pt x="3285579" y="745820"/>
                  </a:lnTo>
                  <a:lnTo>
                    <a:pt x="3281705" y="749693"/>
                  </a:lnTo>
                  <a:lnTo>
                    <a:pt x="3274974" y="752475"/>
                  </a:lnTo>
                  <a:lnTo>
                    <a:pt x="3264687" y="752475"/>
                  </a:lnTo>
                  <a:lnTo>
                    <a:pt x="3264687" y="762000"/>
                  </a:lnTo>
                  <a:lnTo>
                    <a:pt x="3267075" y="762000"/>
                  </a:lnTo>
                  <a:lnTo>
                    <a:pt x="3274682" y="761314"/>
                  </a:lnTo>
                  <a:lnTo>
                    <a:pt x="3281705" y="759218"/>
                  </a:lnTo>
                  <a:lnTo>
                    <a:pt x="3288157" y="755726"/>
                  </a:lnTo>
                  <a:lnTo>
                    <a:pt x="3291548" y="752906"/>
                  </a:lnTo>
                  <a:close/>
                </a:path>
                <a:path h="762000" w="3305175">
                  <a:moveTo>
                    <a:pt x="3301771" y="22339"/>
                  </a:moveTo>
                  <a:lnTo>
                    <a:pt x="3279914" y="2260"/>
                  </a:lnTo>
                  <a:lnTo>
                    <a:pt x="3277006" y="10375"/>
                  </a:lnTo>
                  <a:lnTo>
                    <a:pt x="3281705" y="12319"/>
                  </a:lnTo>
                  <a:lnTo>
                    <a:pt x="3287230" y="17957"/>
                  </a:lnTo>
                  <a:lnTo>
                    <a:pt x="3288995" y="19608"/>
                  </a:lnTo>
                  <a:lnTo>
                    <a:pt x="3292868" y="23482"/>
                  </a:lnTo>
                  <a:lnTo>
                    <a:pt x="3293884" y="25933"/>
                  </a:lnTo>
                  <a:lnTo>
                    <a:pt x="3301771" y="22339"/>
                  </a:lnTo>
                  <a:close/>
                </a:path>
                <a:path h="762000" w="3305175">
                  <a:moveTo>
                    <a:pt x="3305175" y="708367"/>
                  </a:moveTo>
                  <a:lnTo>
                    <a:pt x="3295650" y="708367"/>
                  </a:lnTo>
                  <a:lnTo>
                    <a:pt x="3295650" y="731799"/>
                  </a:lnTo>
                  <a:lnTo>
                    <a:pt x="3294913" y="733590"/>
                  </a:lnTo>
                  <a:lnTo>
                    <a:pt x="3303016" y="736422"/>
                  </a:lnTo>
                  <a:lnTo>
                    <a:pt x="3304489" y="731507"/>
                  </a:lnTo>
                  <a:lnTo>
                    <a:pt x="3305175" y="723900"/>
                  </a:lnTo>
                  <a:lnTo>
                    <a:pt x="3305175" y="708367"/>
                  </a:lnTo>
                  <a:close/>
                </a:path>
                <a:path h="762000" w="3305175">
                  <a:moveTo>
                    <a:pt x="3305175" y="660679"/>
                  </a:moveTo>
                  <a:lnTo>
                    <a:pt x="3295650" y="660679"/>
                  </a:lnTo>
                  <a:lnTo>
                    <a:pt x="3295650" y="689254"/>
                  </a:lnTo>
                  <a:lnTo>
                    <a:pt x="3305175" y="689254"/>
                  </a:lnTo>
                  <a:lnTo>
                    <a:pt x="3305175" y="660679"/>
                  </a:lnTo>
                  <a:close/>
                </a:path>
                <a:path h="762000" w="3305175">
                  <a:moveTo>
                    <a:pt x="3305175" y="613003"/>
                  </a:moveTo>
                  <a:lnTo>
                    <a:pt x="3295650" y="613003"/>
                  </a:lnTo>
                  <a:lnTo>
                    <a:pt x="3295650" y="641578"/>
                  </a:lnTo>
                  <a:lnTo>
                    <a:pt x="3305175" y="641578"/>
                  </a:lnTo>
                  <a:lnTo>
                    <a:pt x="3305175" y="613003"/>
                  </a:lnTo>
                  <a:close/>
                </a:path>
                <a:path h="762000" w="3305175">
                  <a:moveTo>
                    <a:pt x="3305175" y="565315"/>
                  </a:moveTo>
                  <a:lnTo>
                    <a:pt x="3295650" y="565315"/>
                  </a:lnTo>
                  <a:lnTo>
                    <a:pt x="3295650" y="593890"/>
                  </a:lnTo>
                  <a:lnTo>
                    <a:pt x="3305175" y="593890"/>
                  </a:lnTo>
                  <a:lnTo>
                    <a:pt x="3305175" y="565315"/>
                  </a:lnTo>
                  <a:close/>
                </a:path>
                <a:path h="762000" w="3305175">
                  <a:moveTo>
                    <a:pt x="3305175" y="517639"/>
                  </a:moveTo>
                  <a:lnTo>
                    <a:pt x="3295650" y="517639"/>
                  </a:lnTo>
                  <a:lnTo>
                    <a:pt x="3295650" y="546214"/>
                  </a:lnTo>
                  <a:lnTo>
                    <a:pt x="3305175" y="546214"/>
                  </a:lnTo>
                  <a:lnTo>
                    <a:pt x="3305175" y="517639"/>
                  </a:lnTo>
                  <a:close/>
                </a:path>
                <a:path h="762000" w="3305175">
                  <a:moveTo>
                    <a:pt x="3305175" y="469950"/>
                  </a:moveTo>
                  <a:lnTo>
                    <a:pt x="3295650" y="469950"/>
                  </a:lnTo>
                  <a:lnTo>
                    <a:pt x="3295650" y="498525"/>
                  </a:lnTo>
                  <a:lnTo>
                    <a:pt x="3305175" y="498525"/>
                  </a:lnTo>
                  <a:lnTo>
                    <a:pt x="3305175" y="469950"/>
                  </a:lnTo>
                  <a:close/>
                </a:path>
                <a:path h="762000" w="3305175">
                  <a:moveTo>
                    <a:pt x="3305175" y="422275"/>
                  </a:moveTo>
                  <a:lnTo>
                    <a:pt x="3295650" y="422275"/>
                  </a:lnTo>
                  <a:lnTo>
                    <a:pt x="3295650" y="450850"/>
                  </a:lnTo>
                  <a:lnTo>
                    <a:pt x="3305175" y="450850"/>
                  </a:lnTo>
                  <a:lnTo>
                    <a:pt x="3305175" y="422275"/>
                  </a:lnTo>
                  <a:close/>
                </a:path>
                <a:path h="762000" w="3305175">
                  <a:moveTo>
                    <a:pt x="3305175" y="374599"/>
                  </a:moveTo>
                  <a:lnTo>
                    <a:pt x="3295650" y="374599"/>
                  </a:lnTo>
                  <a:lnTo>
                    <a:pt x="3295650" y="403174"/>
                  </a:lnTo>
                  <a:lnTo>
                    <a:pt x="3305175" y="403174"/>
                  </a:lnTo>
                  <a:lnTo>
                    <a:pt x="3305175" y="374599"/>
                  </a:lnTo>
                  <a:close/>
                </a:path>
                <a:path h="762000" w="3305175">
                  <a:moveTo>
                    <a:pt x="3305175" y="326910"/>
                  </a:moveTo>
                  <a:lnTo>
                    <a:pt x="3295650" y="326910"/>
                  </a:lnTo>
                  <a:lnTo>
                    <a:pt x="3295650" y="355485"/>
                  </a:lnTo>
                  <a:lnTo>
                    <a:pt x="3305175" y="355485"/>
                  </a:lnTo>
                  <a:lnTo>
                    <a:pt x="3305175" y="326910"/>
                  </a:lnTo>
                  <a:close/>
                </a:path>
                <a:path h="762000" w="3305175">
                  <a:moveTo>
                    <a:pt x="3305175" y="279234"/>
                  </a:moveTo>
                  <a:lnTo>
                    <a:pt x="3295650" y="279234"/>
                  </a:lnTo>
                  <a:lnTo>
                    <a:pt x="3295650" y="307809"/>
                  </a:lnTo>
                  <a:lnTo>
                    <a:pt x="3305175" y="307809"/>
                  </a:lnTo>
                  <a:lnTo>
                    <a:pt x="3305175" y="279234"/>
                  </a:lnTo>
                  <a:close/>
                </a:path>
                <a:path h="762000" w="3305175">
                  <a:moveTo>
                    <a:pt x="3305175" y="231546"/>
                  </a:moveTo>
                  <a:lnTo>
                    <a:pt x="3295650" y="231546"/>
                  </a:lnTo>
                  <a:lnTo>
                    <a:pt x="3295650" y="260121"/>
                  </a:lnTo>
                  <a:lnTo>
                    <a:pt x="3305175" y="260121"/>
                  </a:lnTo>
                  <a:lnTo>
                    <a:pt x="3305175" y="231546"/>
                  </a:lnTo>
                  <a:close/>
                </a:path>
                <a:path h="762000" w="3305175">
                  <a:moveTo>
                    <a:pt x="3305175" y="183870"/>
                  </a:moveTo>
                  <a:lnTo>
                    <a:pt x="3295650" y="183870"/>
                  </a:lnTo>
                  <a:lnTo>
                    <a:pt x="3295650" y="212445"/>
                  </a:lnTo>
                  <a:lnTo>
                    <a:pt x="3305175" y="212445"/>
                  </a:lnTo>
                  <a:lnTo>
                    <a:pt x="3305175" y="183870"/>
                  </a:lnTo>
                  <a:close/>
                </a:path>
                <a:path h="762000" w="3305175">
                  <a:moveTo>
                    <a:pt x="3305175" y="136182"/>
                  </a:moveTo>
                  <a:lnTo>
                    <a:pt x="3295650" y="136182"/>
                  </a:lnTo>
                  <a:lnTo>
                    <a:pt x="3295650" y="164757"/>
                  </a:lnTo>
                  <a:lnTo>
                    <a:pt x="3305175" y="164757"/>
                  </a:lnTo>
                  <a:lnTo>
                    <a:pt x="3305175" y="136182"/>
                  </a:lnTo>
                  <a:close/>
                </a:path>
                <a:path h="762000" w="3305175">
                  <a:moveTo>
                    <a:pt x="3305175" y="88506"/>
                  </a:moveTo>
                  <a:lnTo>
                    <a:pt x="3295650" y="88506"/>
                  </a:lnTo>
                  <a:lnTo>
                    <a:pt x="3295650" y="117081"/>
                  </a:lnTo>
                  <a:lnTo>
                    <a:pt x="3305175" y="117081"/>
                  </a:lnTo>
                  <a:lnTo>
                    <a:pt x="3305175" y="88506"/>
                  </a:lnTo>
                  <a:close/>
                </a:path>
                <a:path h="762000" w="3305175">
                  <a:moveTo>
                    <a:pt x="3305175" y="40817"/>
                  </a:moveTo>
                  <a:lnTo>
                    <a:pt x="3295650" y="40817"/>
                  </a:lnTo>
                  <a:lnTo>
                    <a:pt x="3295650" y="69392"/>
                  </a:lnTo>
                  <a:lnTo>
                    <a:pt x="3305175" y="69392"/>
                  </a:lnTo>
                  <a:lnTo>
                    <a:pt x="3305175" y="4081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657224" y="1733549"/>
              <a:ext cx="361950" cy="361950"/>
            </a:xfrm>
            <a:custGeom>
              <a:avLst/>
              <a:gdLst/>
              <a:ahLst/>
              <a:cxnLst/>
              <a:rect b="b" l="l" r="r" t="t"/>
              <a:pathLst>
                <a:path h="361950" w="361950">
                  <a:moveTo>
                    <a:pt x="180974" y="361949"/>
                  </a:moveTo>
                  <a:lnTo>
                    <a:pt x="136990" y="356524"/>
                  </a:lnTo>
                  <a:lnTo>
                    <a:pt x="95662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4" y="241933"/>
                  </a:lnTo>
                  <a:lnTo>
                    <a:pt x="869" y="198713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6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lnTo>
                    <a:pt x="361732" y="189865"/>
                  </a:lnTo>
                  <a:lnTo>
                    <a:pt x="354159" y="233509"/>
                  </a:lnTo>
                  <a:lnTo>
                    <a:pt x="336208" y="274005"/>
                  </a:lnTo>
                  <a:lnTo>
                    <a:pt x="308943" y="308943"/>
                  </a:lnTo>
                  <a:lnTo>
                    <a:pt x="274006" y="336208"/>
                  </a:lnTo>
                  <a:lnTo>
                    <a:pt x="233509" y="354159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5" name="object 15"/>
            <p:cNvSpPr/>
            <p:nvPr/>
          </p:nvSpPr>
          <p:spPr>
            <a:xfrm>
              <a:off x="657224" y="1733549"/>
              <a:ext cx="361950" cy="361950"/>
            </a:xfrm>
            <a:custGeom>
              <a:avLst/>
              <a:gdLst/>
              <a:ahLst/>
              <a:cxnLst/>
              <a:rect b="b" l="l" r="r" t="t"/>
              <a:pathLst>
                <a:path h="361950" w="361950">
                  <a:moveTo>
                    <a:pt x="361949" y="180974"/>
                  </a:moveTo>
                  <a:lnTo>
                    <a:pt x="356524" y="224958"/>
                  </a:lnTo>
                  <a:lnTo>
                    <a:pt x="340582" y="266286"/>
                  </a:lnTo>
                  <a:lnTo>
                    <a:pt x="315076" y="302503"/>
                  </a:lnTo>
                  <a:lnTo>
                    <a:pt x="281519" y="331450"/>
                  </a:lnTo>
                  <a:lnTo>
                    <a:pt x="241933" y="351375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4" y="361732"/>
                  </a:lnTo>
                  <a:lnTo>
                    <a:pt x="128440" y="354158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90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90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40" y="7790"/>
                  </a:lnTo>
                  <a:lnTo>
                    <a:pt x="172084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6" y="25740"/>
                  </a:lnTo>
                  <a:lnTo>
                    <a:pt x="308943" y="53006"/>
                  </a:lnTo>
                  <a:lnTo>
                    <a:pt x="336208" y="87943"/>
                  </a:lnTo>
                  <a:lnTo>
                    <a:pt x="354159" y="128439"/>
                  </a:lnTo>
                  <a:lnTo>
                    <a:pt x="361732" y="172084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16" name="object 16"/>
            <p:cNvPicPr/>
            <p:nvPr/>
          </p:nvPicPr>
          <p:blipFill>
            <a:blip cstate="print" r:embed="rId2"/>
            <a:stretch>
              <a:fillRect/>
            </a:stretch>
          </p:blipFill>
          <p:spPr>
            <a:xfrm>
              <a:off x="752474" y="1838324"/>
              <a:ext cx="171449" cy="152399"/>
            </a:xfrm>
            <a:prstGeom prst="rect">
              <a:avLst/>
            </a:prstGeom>
          </p:spPr>
        </p:pic>
      </p:grpSp>
      <p:sp>
        <p:nvSpPr>
          <p:cNvPr id="17" name="object 17"/>
          <p:cNvSpPr txBox="1"/>
          <p:nvPr/>
        </p:nvSpPr>
        <p:spPr>
          <a:xfrm>
            <a:off x="688131" y="1787525"/>
            <a:ext cx="3267075" cy="1757045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454659">
              <a:lnSpc>
                <a:spcPct val="100000"/>
              </a:lnSpc>
              <a:spcBef>
                <a:spcPts val="100"/>
              </a:spcBef>
            </a:pPr>
            <a:r>
              <a:rPr dirty="0" spc="-25" sz="1500">
                <a:solidFill>
                  <a:srgbClr val="0078D4"/>
                </a:solidFill>
                <a:latin typeface="Segoe UI"/>
                <a:cs typeface="Segoe UI"/>
              </a:rPr>
              <a:t>PRTG</a:t>
            </a:r>
            <a:r>
              <a:rPr dirty="0" spc="-65" sz="15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500">
                <a:solidFill>
                  <a:srgbClr val="0078D4"/>
                </a:solidFill>
                <a:latin typeface="Segoe UI"/>
                <a:cs typeface="Segoe UI"/>
              </a:rPr>
              <a:t>Network</a:t>
            </a:r>
            <a:r>
              <a:rPr dirty="0" spc="-60" sz="15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500">
                <a:solidFill>
                  <a:srgbClr val="0078D4"/>
                </a:solidFill>
                <a:latin typeface="Segoe UI"/>
                <a:cs typeface="Segoe UI"/>
              </a:rPr>
              <a:t>Monitor</a:t>
            </a:r>
            <a:endParaRPr sz="150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Navigate to</a:t>
            </a:r>
            <a:r>
              <a:rPr dirty="0" spc="5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Sensors</a:t>
            </a:r>
            <a:r>
              <a:rPr b="1" dirty="0" spc="5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&gt;</a:t>
            </a:r>
            <a:r>
              <a:rPr b="1" dirty="0" spc="5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[Server</a:t>
            </a:r>
            <a:r>
              <a:rPr b="1" dirty="0" spc="5" sz="1050">
                <a:latin typeface="Segoe UI"/>
                <a:cs typeface="Segoe UI"/>
              </a:rPr>
              <a:t> </a:t>
            </a:r>
            <a:r>
              <a:rPr b="1" dirty="0" spc="-10" sz="1050">
                <a:latin typeface="Segoe UI"/>
                <a:cs typeface="Segoe UI"/>
              </a:rPr>
              <a:t>Name]</a:t>
            </a:r>
            <a:endParaRPr sz="1050">
              <a:latin typeface="Segoe UI"/>
              <a:cs typeface="Segoe UI"/>
            </a:endParaRPr>
          </a:p>
          <a:p>
            <a:pPr indent="-137795" marL="149860" marR="5080">
              <a:lnSpc>
                <a:spcPct val="119000"/>
              </a:lnSpc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Find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the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Port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sensor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monitoring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ports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8080,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7070,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pc="-25" sz="1050">
                <a:latin typeface="Segoe UI"/>
                <a:cs typeface="Segoe UI"/>
              </a:rPr>
              <a:t>or 443</a:t>
            </a:r>
            <a:endParaRPr sz="105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Click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the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sensor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and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select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b="1" dirty="0" spc="-10" sz="1050">
                <a:latin typeface="Segoe UI"/>
                <a:cs typeface="Segoe UI"/>
              </a:rPr>
              <a:t>Settings</a:t>
            </a:r>
            <a:endParaRPr sz="105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Under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Notification </a:t>
            </a:r>
            <a:r>
              <a:rPr b="1" dirty="0" spc="-10" sz="1050">
                <a:latin typeface="Segoe UI"/>
                <a:cs typeface="Segoe UI"/>
              </a:rPr>
              <a:t>Triggers</a:t>
            </a:r>
            <a:r>
              <a:rPr dirty="0" spc="-10" sz="1050">
                <a:latin typeface="Segoe UI"/>
                <a:cs typeface="Segoe UI"/>
              </a:rPr>
              <a:t>,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disable existing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pc="-10" sz="1050">
                <a:latin typeface="Segoe UI"/>
                <a:cs typeface="Segoe UI"/>
              </a:rPr>
              <a:t>alerts</a:t>
            </a:r>
            <a:endParaRPr sz="1050">
              <a:latin typeface="Segoe UI"/>
              <a:cs typeface="Segoe UI"/>
            </a:endParaRPr>
          </a:p>
          <a:p>
            <a:pPr indent="-137795" marL="149860" marR="685800">
              <a:lnSpc>
                <a:spcPct val="119000"/>
              </a:lnSpc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Alternatively, set </a:t>
            </a:r>
            <a:r>
              <a:rPr b="1" dirty="0" sz="1050">
                <a:latin typeface="Segoe UI"/>
                <a:cs typeface="Segoe UI"/>
              </a:rPr>
              <a:t>Dependencies</a:t>
            </a:r>
            <a:r>
              <a:rPr b="1"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to </a:t>
            </a:r>
            <a:r>
              <a:rPr dirty="0" spc="-10" sz="1050">
                <a:latin typeface="Segoe UI"/>
                <a:cs typeface="Segoe UI"/>
              </a:rPr>
              <a:t>pause monitoring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18" name="object 18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1057275" y="3981450"/>
            <a:ext cx="152399" cy="133349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1318046" y="3940175"/>
            <a:ext cx="223520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0" sz="1200">
                <a:solidFill>
                  <a:srgbClr val="0078D4"/>
                </a:solidFill>
                <a:latin typeface="Segoe UI"/>
                <a:cs typeface="Segoe UI"/>
              </a:rPr>
              <a:t>PRTG</a:t>
            </a:r>
            <a:r>
              <a:rPr dirty="0" spc="-30" sz="12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0078D4"/>
                </a:solidFill>
                <a:latin typeface="Segoe UI"/>
                <a:cs typeface="Segoe UI"/>
              </a:rPr>
              <a:t>Sensor</a:t>
            </a:r>
            <a:r>
              <a:rPr dirty="0" spc="-30" sz="12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0078D4"/>
                </a:solidFill>
                <a:latin typeface="Segoe UI"/>
                <a:cs typeface="Segoe UI"/>
              </a:rPr>
              <a:t>Settings</a:t>
            </a:r>
            <a:r>
              <a:rPr dirty="0" spc="-30" sz="12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0078D4"/>
                </a:solidFill>
                <a:latin typeface="Segoe UI"/>
                <a:cs typeface="Segoe UI"/>
              </a:rPr>
              <a:t>Screenshot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4267199" y="1562099"/>
            <a:ext cx="3657600" cy="3533775"/>
            <a:chOff x="4267199" y="1562099"/>
            <a:chExt cx="3657600" cy="3533775"/>
          </a:xfrm>
        </p:grpSpPr>
        <p:sp>
          <p:nvSpPr>
            <p:cNvPr id="21" name="object 21"/>
            <p:cNvSpPr/>
            <p:nvPr/>
          </p:nvSpPr>
          <p:spPr>
            <a:xfrm>
              <a:off x="4286249" y="1566862"/>
              <a:ext cx="3634104" cy="3524250"/>
            </a:xfrm>
            <a:custGeom>
              <a:avLst/>
              <a:gdLst/>
              <a:ahLst/>
              <a:cxnLst/>
              <a:rect b="b" l="l" r="r" t="t"/>
              <a:pathLst>
                <a:path h="3524250" w="3634104">
                  <a:moveTo>
                    <a:pt x="3584839" y="3524249"/>
                  </a:moveTo>
                  <a:lnTo>
                    <a:pt x="33047" y="3524249"/>
                  </a:lnTo>
                  <a:lnTo>
                    <a:pt x="4833" y="3498327"/>
                  </a:lnTo>
                  <a:lnTo>
                    <a:pt x="0" y="3478808"/>
                  </a:lnTo>
                  <a:lnTo>
                    <a:pt x="0" y="3471862"/>
                  </a:lnTo>
                  <a:lnTo>
                    <a:pt x="0" y="45440"/>
                  </a:lnTo>
                  <a:lnTo>
                    <a:pt x="18851" y="6646"/>
                  </a:lnTo>
                  <a:lnTo>
                    <a:pt x="33047" y="0"/>
                  </a:lnTo>
                  <a:lnTo>
                    <a:pt x="3584839" y="0"/>
                  </a:lnTo>
                  <a:lnTo>
                    <a:pt x="3620874" y="17776"/>
                  </a:lnTo>
                  <a:lnTo>
                    <a:pt x="3633787" y="48947"/>
                  </a:lnTo>
                  <a:lnTo>
                    <a:pt x="3633787" y="3475302"/>
                  </a:lnTo>
                  <a:lnTo>
                    <a:pt x="3616010" y="3511338"/>
                  </a:lnTo>
                  <a:lnTo>
                    <a:pt x="3588246" y="3523913"/>
                  </a:lnTo>
                  <a:lnTo>
                    <a:pt x="3584839" y="3524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2" name="object 22"/>
            <p:cNvSpPr/>
            <p:nvPr/>
          </p:nvSpPr>
          <p:spPr>
            <a:xfrm>
              <a:off x="4295241" y="1562112"/>
              <a:ext cx="3629660" cy="3533775"/>
            </a:xfrm>
            <a:custGeom>
              <a:avLst/>
              <a:gdLst/>
              <a:ahLst/>
              <a:cxnLst/>
              <a:rect b="b" l="l" r="r" t="t"/>
              <a:pathLst>
                <a:path h="3533775" w="3629659">
                  <a:moveTo>
                    <a:pt x="3629545" y="49568"/>
                  </a:moveTo>
                  <a:lnTo>
                    <a:pt x="3628098" y="42278"/>
                  </a:lnTo>
                  <a:lnTo>
                    <a:pt x="3622294" y="28270"/>
                  </a:lnTo>
                  <a:lnTo>
                    <a:pt x="3618166" y="22085"/>
                  </a:lnTo>
                  <a:lnTo>
                    <a:pt x="3613277" y="17221"/>
                  </a:lnTo>
                  <a:lnTo>
                    <a:pt x="3612807" y="16738"/>
                  </a:lnTo>
                  <a:lnTo>
                    <a:pt x="3607447" y="11379"/>
                  </a:lnTo>
                  <a:lnTo>
                    <a:pt x="3604679" y="9525"/>
                  </a:lnTo>
                  <a:lnTo>
                    <a:pt x="3601275" y="7239"/>
                  </a:lnTo>
                  <a:lnTo>
                    <a:pt x="3587267" y="1447"/>
                  </a:lnTo>
                  <a:lnTo>
                    <a:pt x="3579977" y="0"/>
                  </a:lnTo>
                  <a:lnTo>
                    <a:pt x="21526" y="0"/>
                  </a:lnTo>
                  <a:lnTo>
                    <a:pt x="14236" y="1447"/>
                  </a:lnTo>
                  <a:lnTo>
                    <a:pt x="342" y="7239"/>
                  </a:lnTo>
                  <a:lnTo>
                    <a:pt x="0" y="7239"/>
                  </a:lnTo>
                  <a:lnTo>
                    <a:pt x="20980" y="12484"/>
                  </a:lnTo>
                  <a:lnTo>
                    <a:pt x="23837" y="9525"/>
                  </a:lnTo>
                  <a:lnTo>
                    <a:pt x="3572395" y="9525"/>
                  </a:lnTo>
                  <a:lnTo>
                    <a:pt x="3606508" y="23990"/>
                  </a:lnTo>
                  <a:lnTo>
                    <a:pt x="3612184" y="30797"/>
                  </a:lnTo>
                  <a:lnTo>
                    <a:pt x="3616541" y="38862"/>
                  </a:lnTo>
                  <a:lnTo>
                    <a:pt x="3619157" y="47637"/>
                  </a:lnTo>
                  <a:lnTo>
                    <a:pt x="3620020" y="57137"/>
                  </a:lnTo>
                  <a:lnTo>
                    <a:pt x="3620020" y="3476612"/>
                  </a:lnTo>
                  <a:lnTo>
                    <a:pt x="3619157" y="3486124"/>
                  </a:lnTo>
                  <a:lnTo>
                    <a:pt x="3616541" y="3494900"/>
                  </a:lnTo>
                  <a:lnTo>
                    <a:pt x="3612184" y="3502952"/>
                  </a:lnTo>
                  <a:lnTo>
                    <a:pt x="3606508" y="3509772"/>
                  </a:lnTo>
                  <a:lnTo>
                    <a:pt x="3606076" y="3510292"/>
                  </a:lnTo>
                  <a:lnTo>
                    <a:pt x="3598748" y="3516401"/>
                  </a:lnTo>
                  <a:lnTo>
                    <a:pt x="3590683" y="3520757"/>
                  </a:lnTo>
                  <a:lnTo>
                    <a:pt x="3581908" y="3523373"/>
                  </a:lnTo>
                  <a:lnTo>
                    <a:pt x="3572395" y="3524237"/>
                  </a:lnTo>
                  <a:lnTo>
                    <a:pt x="23837" y="3524237"/>
                  </a:lnTo>
                  <a:lnTo>
                    <a:pt x="20980" y="3521278"/>
                  </a:lnTo>
                  <a:lnTo>
                    <a:pt x="215" y="3526459"/>
                  </a:lnTo>
                  <a:lnTo>
                    <a:pt x="14236" y="3532314"/>
                  </a:lnTo>
                  <a:lnTo>
                    <a:pt x="21526" y="3533762"/>
                  </a:lnTo>
                  <a:lnTo>
                    <a:pt x="3579977" y="3533762"/>
                  </a:lnTo>
                  <a:lnTo>
                    <a:pt x="3612807" y="3517023"/>
                  </a:lnTo>
                  <a:lnTo>
                    <a:pt x="3613289" y="3516553"/>
                  </a:lnTo>
                  <a:lnTo>
                    <a:pt x="3618166" y="3511664"/>
                  </a:lnTo>
                  <a:lnTo>
                    <a:pt x="3622294" y="3505492"/>
                  </a:lnTo>
                  <a:lnTo>
                    <a:pt x="3628098" y="3491484"/>
                  </a:lnTo>
                  <a:lnTo>
                    <a:pt x="3629545" y="3484194"/>
                  </a:lnTo>
                  <a:lnTo>
                    <a:pt x="3629545" y="4956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3" name="object 23"/>
            <p:cNvSpPr/>
            <p:nvPr/>
          </p:nvSpPr>
          <p:spPr>
            <a:xfrm>
              <a:off x="4267199" y="1569237"/>
              <a:ext cx="49530" cy="3519804"/>
            </a:xfrm>
            <a:custGeom>
              <a:avLst/>
              <a:gdLst/>
              <a:ahLst/>
              <a:cxnLst/>
              <a:rect b="b" l="l" r="r" t="t"/>
              <a:pathLst>
                <a:path h="3519804" w="49529">
                  <a:moveTo>
                    <a:pt x="28551" y="3519499"/>
                  </a:moveTo>
                  <a:lnTo>
                    <a:pt x="1449" y="3484355"/>
                  </a:lnTo>
                  <a:lnTo>
                    <a:pt x="0" y="3477065"/>
                  </a:lnTo>
                  <a:lnTo>
                    <a:pt x="0" y="42433"/>
                  </a:lnTo>
                  <a:lnTo>
                    <a:pt x="22097" y="4242"/>
                  </a:lnTo>
                  <a:lnTo>
                    <a:pt x="28549" y="0"/>
                  </a:lnTo>
                  <a:lnTo>
                    <a:pt x="49207" y="5164"/>
                  </a:lnTo>
                  <a:lnTo>
                    <a:pt x="47399" y="7037"/>
                  </a:lnTo>
                  <a:lnTo>
                    <a:pt x="43679" y="16336"/>
                  </a:lnTo>
                  <a:lnTo>
                    <a:pt x="41238" y="23672"/>
                  </a:lnTo>
                  <a:lnTo>
                    <a:pt x="39494" y="31730"/>
                  </a:lnTo>
                  <a:lnTo>
                    <a:pt x="38448" y="40510"/>
                  </a:lnTo>
                  <a:lnTo>
                    <a:pt x="38100" y="50012"/>
                  </a:lnTo>
                  <a:lnTo>
                    <a:pt x="38100" y="3469487"/>
                  </a:lnTo>
                  <a:lnTo>
                    <a:pt x="47399" y="3512462"/>
                  </a:lnTo>
                  <a:lnTo>
                    <a:pt x="49208" y="3514335"/>
                  </a:lnTo>
                  <a:lnTo>
                    <a:pt x="28551" y="35194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4662487" y="2486024"/>
              <a:ext cx="3100705" cy="723900"/>
            </a:xfrm>
            <a:custGeom>
              <a:avLst/>
              <a:gdLst/>
              <a:ahLst/>
              <a:cxnLst/>
              <a:rect b="b" l="l" r="r" t="t"/>
              <a:pathLst>
                <a:path h="723900" w="3100704">
                  <a:moveTo>
                    <a:pt x="3067338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3067338" y="0"/>
                  </a:lnTo>
                  <a:lnTo>
                    <a:pt x="3072198" y="966"/>
                  </a:lnTo>
                  <a:lnTo>
                    <a:pt x="3099419" y="28187"/>
                  </a:lnTo>
                  <a:lnTo>
                    <a:pt x="3100386" y="33047"/>
                  </a:lnTo>
                  <a:lnTo>
                    <a:pt x="3100386" y="690852"/>
                  </a:lnTo>
                  <a:lnTo>
                    <a:pt x="3072198" y="722932"/>
                  </a:lnTo>
                  <a:lnTo>
                    <a:pt x="3067338" y="7238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5" name="object 25"/>
            <p:cNvSpPr/>
            <p:nvPr/>
          </p:nvSpPr>
          <p:spPr>
            <a:xfrm>
              <a:off x="4648199" y="2486024"/>
              <a:ext cx="28575" cy="723900"/>
            </a:xfrm>
            <a:custGeom>
              <a:avLst/>
              <a:gdLst/>
              <a:ahLst/>
              <a:cxnLst/>
              <a:rect b="b" l="l" r="r" t="t"/>
              <a:pathLst>
                <a:path h="723900" w="28575">
                  <a:moveTo>
                    <a:pt x="28574" y="723899"/>
                  </a:moveTo>
                  <a:lnTo>
                    <a:pt x="0" y="723899"/>
                  </a:lnTo>
                  <a:lnTo>
                    <a:pt x="0" y="0"/>
                  </a:lnTo>
                  <a:lnTo>
                    <a:pt x="28574" y="0"/>
                  </a:lnTo>
                  <a:lnTo>
                    <a:pt x="28574" y="7238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6" name="object 26"/>
            <p:cNvSpPr/>
            <p:nvPr/>
          </p:nvSpPr>
          <p:spPr>
            <a:xfrm>
              <a:off x="4457699" y="4095749"/>
              <a:ext cx="3305175" cy="762000"/>
            </a:xfrm>
            <a:custGeom>
              <a:avLst/>
              <a:gdLst/>
              <a:ahLst/>
              <a:cxnLst/>
              <a:rect b="b" l="l" r="r" t="t"/>
              <a:pathLst>
                <a:path h="762000" w="3305175">
                  <a:moveTo>
                    <a:pt x="3267074" y="761999"/>
                  </a:moveTo>
                  <a:lnTo>
                    <a:pt x="38099" y="761999"/>
                  </a:lnTo>
                  <a:lnTo>
                    <a:pt x="30497" y="761302"/>
                  </a:lnTo>
                  <a:lnTo>
                    <a:pt x="697" y="731501"/>
                  </a:lnTo>
                  <a:lnTo>
                    <a:pt x="0" y="7238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267074" y="0"/>
                  </a:lnTo>
                  <a:lnTo>
                    <a:pt x="3302384" y="23474"/>
                  </a:lnTo>
                  <a:lnTo>
                    <a:pt x="3305174" y="38099"/>
                  </a:lnTo>
                  <a:lnTo>
                    <a:pt x="3305174" y="723899"/>
                  </a:lnTo>
                  <a:lnTo>
                    <a:pt x="3281700" y="759209"/>
                  </a:lnTo>
                  <a:lnTo>
                    <a:pt x="3267074" y="7619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4457687" y="4095749"/>
              <a:ext cx="3305175" cy="762000"/>
            </a:xfrm>
            <a:custGeom>
              <a:avLst/>
              <a:gdLst/>
              <a:ahLst/>
              <a:cxnLst/>
              <a:rect b="b" l="l" r="r" t="t"/>
              <a:pathLst>
                <a:path h="762000" w="3305175">
                  <a:moveTo>
                    <a:pt x="9525" y="671118"/>
                  </a:moveTo>
                  <a:lnTo>
                    <a:pt x="0" y="671118"/>
                  </a:lnTo>
                  <a:lnTo>
                    <a:pt x="0" y="699693"/>
                  </a:lnTo>
                  <a:lnTo>
                    <a:pt x="9525" y="699693"/>
                  </a:lnTo>
                  <a:lnTo>
                    <a:pt x="9525" y="671118"/>
                  </a:lnTo>
                  <a:close/>
                </a:path>
                <a:path h="762000" w="3305175">
                  <a:moveTo>
                    <a:pt x="9525" y="623430"/>
                  </a:moveTo>
                  <a:lnTo>
                    <a:pt x="0" y="623430"/>
                  </a:lnTo>
                  <a:lnTo>
                    <a:pt x="0" y="652005"/>
                  </a:lnTo>
                  <a:lnTo>
                    <a:pt x="9525" y="652005"/>
                  </a:lnTo>
                  <a:lnTo>
                    <a:pt x="9525" y="623430"/>
                  </a:lnTo>
                  <a:close/>
                </a:path>
                <a:path h="762000" w="3305175">
                  <a:moveTo>
                    <a:pt x="9525" y="575754"/>
                  </a:moveTo>
                  <a:lnTo>
                    <a:pt x="0" y="575754"/>
                  </a:lnTo>
                  <a:lnTo>
                    <a:pt x="0" y="604329"/>
                  </a:lnTo>
                  <a:lnTo>
                    <a:pt x="9525" y="604329"/>
                  </a:lnTo>
                  <a:lnTo>
                    <a:pt x="9525" y="575754"/>
                  </a:lnTo>
                  <a:close/>
                </a:path>
                <a:path h="762000" w="3305175">
                  <a:moveTo>
                    <a:pt x="9525" y="528066"/>
                  </a:moveTo>
                  <a:lnTo>
                    <a:pt x="0" y="528066"/>
                  </a:lnTo>
                  <a:lnTo>
                    <a:pt x="0" y="556641"/>
                  </a:lnTo>
                  <a:lnTo>
                    <a:pt x="9525" y="556641"/>
                  </a:lnTo>
                  <a:lnTo>
                    <a:pt x="9525" y="528066"/>
                  </a:lnTo>
                  <a:close/>
                </a:path>
                <a:path h="762000" w="3305175">
                  <a:moveTo>
                    <a:pt x="9525" y="480390"/>
                  </a:moveTo>
                  <a:lnTo>
                    <a:pt x="0" y="480390"/>
                  </a:lnTo>
                  <a:lnTo>
                    <a:pt x="0" y="508965"/>
                  </a:lnTo>
                  <a:lnTo>
                    <a:pt x="9525" y="508965"/>
                  </a:lnTo>
                  <a:lnTo>
                    <a:pt x="9525" y="480390"/>
                  </a:lnTo>
                  <a:close/>
                </a:path>
                <a:path h="762000" w="3305175">
                  <a:moveTo>
                    <a:pt x="9525" y="432701"/>
                  </a:moveTo>
                  <a:lnTo>
                    <a:pt x="0" y="432701"/>
                  </a:lnTo>
                  <a:lnTo>
                    <a:pt x="0" y="461276"/>
                  </a:lnTo>
                  <a:lnTo>
                    <a:pt x="9525" y="461276"/>
                  </a:lnTo>
                  <a:lnTo>
                    <a:pt x="9525" y="432701"/>
                  </a:lnTo>
                  <a:close/>
                </a:path>
                <a:path h="762000" w="3305175">
                  <a:moveTo>
                    <a:pt x="9525" y="385025"/>
                  </a:moveTo>
                  <a:lnTo>
                    <a:pt x="0" y="385025"/>
                  </a:lnTo>
                  <a:lnTo>
                    <a:pt x="0" y="413600"/>
                  </a:lnTo>
                  <a:lnTo>
                    <a:pt x="9525" y="413600"/>
                  </a:lnTo>
                  <a:lnTo>
                    <a:pt x="9525" y="385025"/>
                  </a:lnTo>
                  <a:close/>
                </a:path>
                <a:path h="762000" w="3305175">
                  <a:moveTo>
                    <a:pt x="9525" y="337350"/>
                  </a:moveTo>
                  <a:lnTo>
                    <a:pt x="0" y="337350"/>
                  </a:lnTo>
                  <a:lnTo>
                    <a:pt x="0" y="365925"/>
                  </a:lnTo>
                  <a:lnTo>
                    <a:pt x="9525" y="365925"/>
                  </a:lnTo>
                  <a:lnTo>
                    <a:pt x="9525" y="337350"/>
                  </a:lnTo>
                  <a:close/>
                </a:path>
                <a:path h="762000" w="3305175">
                  <a:moveTo>
                    <a:pt x="9525" y="289661"/>
                  </a:moveTo>
                  <a:lnTo>
                    <a:pt x="0" y="289661"/>
                  </a:lnTo>
                  <a:lnTo>
                    <a:pt x="0" y="318236"/>
                  </a:lnTo>
                  <a:lnTo>
                    <a:pt x="9525" y="318236"/>
                  </a:lnTo>
                  <a:lnTo>
                    <a:pt x="9525" y="289661"/>
                  </a:lnTo>
                  <a:close/>
                </a:path>
                <a:path h="762000" w="3305175">
                  <a:moveTo>
                    <a:pt x="9525" y="241985"/>
                  </a:moveTo>
                  <a:lnTo>
                    <a:pt x="0" y="241985"/>
                  </a:lnTo>
                  <a:lnTo>
                    <a:pt x="0" y="270560"/>
                  </a:lnTo>
                  <a:lnTo>
                    <a:pt x="9525" y="270560"/>
                  </a:lnTo>
                  <a:lnTo>
                    <a:pt x="9525" y="241985"/>
                  </a:lnTo>
                  <a:close/>
                </a:path>
                <a:path h="762000" w="3305175">
                  <a:moveTo>
                    <a:pt x="9525" y="194297"/>
                  </a:moveTo>
                  <a:lnTo>
                    <a:pt x="0" y="194297"/>
                  </a:lnTo>
                  <a:lnTo>
                    <a:pt x="0" y="222872"/>
                  </a:lnTo>
                  <a:lnTo>
                    <a:pt x="9525" y="222872"/>
                  </a:lnTo>
                  <a:lnTo>
                    <a:pt x="9525" y="194297"/>
                  </a:lnTo>
                  <a:close/>
                </a:path>
                <a:path h="762000" w="3305175">
                  <a:moveTo>
                    <a:pt x="9525" y="146621"/>
                  </a:moveTo>
                  <a:lnTo>
                    <a:pt x="0" y="146621"/>
                  </a:lnTo>
                  <a:lnTo>
                    <a:pt x="0" y="175196"/>
                  </a:lnTo>
                  <a:lnTo>
                    <a:pt x="9525" y="175196"/>
                  </a:lnTo>
                  <a:lnTo>
                    <a:pt x="9525" y="146621"/>
                  </a:lnTo>
                  <a:close/>
                </a:path>
                <a:path h="762000" w="3305175">
                  <a:moveTo>
                    <a:pt x="9525" y="98933"/>
                  </a:moveTo>
                  <a:lnTo>
                    <a:pt x="0" y="98933"/>
                  </a:lnTo>
                  <a:lnTo>
                    <a:pt x="0" y="127508"/>
                  </a:lnTo>
                  <a:lnTo>
                    <a:pt x="9525" y="127508"/>
                  </a:lnTo>
                  <a:lnTo>
                    <a:pt x="9525" y="98933"/>
                  </a:lnTo>
                  <a:close/>
                </a:path>
                <a:path h="762000" w="3305175">
                  <a:moveTo>
                    <a:pt x="9525" y="51257"/>
                  </a:moveTo>
                  <a:lnTo>
                    <a:pt x="0" y="51257"/>
                  </a:lnTo>
                  <a:lnTo>
                    <a:pt x="0" y="79832"/>
                  </a:lnTo>
                  <a:lnTo>
                    <a:pt x="9525" y="79832"/>
                  </a:lnTo>
                  <a:lnTo>
                    <a:pt x="9525" y="51257"/>
                  </a:lnTo>
                  <a:close/>
                </a:path>
                <a:path h="762000" w="3305175">
                  <a:moveTo>
                    <a:pt x="14605" y="740816"/>
                  </a:moveTo>
                  <a:lnTo>
                    <a:pt x="12319" y="738530"/>
                  </a:lnTo>
                  <a:lnTo>
                    <a:pt x="9525" y="731799"/>
                  </a:lnTo>
                  <a:lnTo>
                    <a:pt x="9525" y="718794"/>
                  </a:lnTo>
                  <a:lnTo>
                    <a:pt x="0" y="718794"/>
                  </a:lnTo>
                  <a:lnTo>
                    <a:pt x="0" y="723900"/>
                  </a:lnTo>
                  <a:lnTo>
                    <a:pt x="698" y="731507"/>
                  </a:lnTo>
                  <a:lnTo>
                    <a:pt x="787" y="731799"/>
                  </a:lnTo>
                  <a:lnTo>
                    <a:pt x="2794" y="738530"/>
                  </a:lnTo>
                  <a:lnTo>
                    <a:pt x="6286" y="744982"/>
                  </a:lnTo>
                  <a:lnTo>
                    <a:pt x="7239" y="746125"/>
                  </a:lnTo>
                  <a:lnTo>
                    <a:pt x="14605" y="740816"/>
                  </a:lnTo>
                  <a:close/>
                </a:path>
                <a:path h="762000" w="3305175">
                  <a:moveTo>
                    <a:pt x="21005" y="14795"/>
                  </a:moveTo>
                  <a:lnTo>
                    <a:pt x="15621" y="7467"/>
                  </a:lnTo>
                  <a:lnTo>
                    <a:pt x="11163" y="11163"/>
                  </a:lnTo>
                  <a:lnTo>
                    <a:pt x="6286" y="17030"/>
                  </a:lnTo>
                  <a:lnTo>
                    <a:pt x="2794" y="23482"/>
                  </a:lnTo>
                  <a:lnTo>
                    <a:pt x="698" y="30505"/>
                  </a:lnTo>
                  <a:lnTo>
                    <a:pt x="520" y="32473"/>
                  </a:lnTo>
                  <a:lnTo>
                    <a:pt x="9525" y="33832"/>
                  </a:lnTo>
                  <a:lnTo>
                    <a:pt x="9525" y="30213"/>
                  </a:lnTo>
                  <a:lnTo>
                    <a:pt x="12319" y="23482"/>
                  </a:lnTo>
                  <a:lnTo>
                    <a:pt x="17894" y="17894"/>
                  </a:lnTo>
                  <a:lnTo>
                    <a:pt x="21005" y="14795"/>
                  </a:lnTo>
                  <a:close/>
                </a:path>
                <a:path h="762000" w="3305175">
                  <a:moveTo>
                    <a:pt x="50927" y="752475"/>
                  </a:moveTo>
                  <a:lnTo>
                    <a:pt x="30213" y="752475"/>
                  </a:lnTo>
                  <a:lnTo>
                    <a:pt x="26403" y="750900"/>
                  </a:lnTo>
                  <a:lnTo>
                    <a:pt x="22936" y="758913"/>
                  </a:lnTo>
                  <a:lnTo>
                    <a:pt x="23482" y="759218"/>
                  </a:lnTo>
                  <a:lnTo>
                    <a:pt x="30505" y="761314"/>
                  </a:lnTo>
                  <a:lnTo>
                    <a:pt x="38100" y="762000"/>
                  </a:lnTo>
                  <a:lnTo>
                    <a:pt x="50927" y="762000"/>
                  </a:lnTo>
                  <a:lnTo>
                    <a:pt x="50927" y="752475"/>
                  </a:lnTo>
                  <a:close/>
                </a:path>
                <a:path h="762000" w="3305175">
                  <a:moveTo>
                    <a:pt x="66675" y="0"/>
                  </a:moveTo>
                  <a:lnTo>
                    <a:pt x="38100" y="0"/>
                  </a:lnTo>
                  <a:lnTo>
                    <a:pt x="33705" y="406"/>
                  </a:lnTo>
                  <a:lnTo>
                    <a:pt x="34772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h="762000" w="3305175">
                  <a:moveTo>
                    <a:pt x="98615" y="752475"/>
                  </a:moveTo>
                  <a:lnTo>
                    <a:pt x="70040" y="752475"/>
                  </a:lnTo>
                  <a:lnTo>
                    <a:pt x="70040" y="762000"/>
                  </a:lnTo>
                  <a:lnTo>
                    <a:pt x="98615" y="762000"/>
                  </a:lnTo>
                  <a:lnTo>
                    <a:pt x="98615" y="752475"/>
                  </a:lnTo>
                  <a:close/>
                </a:path>
                <a:path h="762000" w="3305175">
                  <a:moveTo>
                    <a:pt x="114363" y="0"/>
                  </a:moveTo>
                  <a:lnTo>
                    <a:pt x="85788" y="0"/>
                  </a:lnTo>
                  <a:lnTo>
                    <a:pt x="85788" y="9525"/>
                  </a:lnTo>
                  <a:lnTo>
                    <a:pt x="114363" y="9525"/>
                  </a:lnTo>
                  <a:lnTo>
                    <a:pt x="114363" y="0"/>
                  </a:lnTo>
                  <a:close/>
                </a:path>
                <a:path h="762000" w="3305175">
                  <a:moveTo>
                    <a:pt x="146291" y="752475"/>
                  </a:moveTo>
                  <a:lnTo>
                    <a:pt x="117716" y="752475"/>
                  </a:lnTo>
                  <a:lnTo>
                    <a:pt x="117716" y="762000"/>
                  </a:lnTo>
                  <a:lnTo>
                    <a:pt x="146291" y="762000"/>
                  </a:lnTo>
                  <a:lnTo>
                    <a:pt x="146291" y="752475"/>
                  </a:lnTo>
                  <a:close/>
                </a:path>
                <a:path h="762000" w="3305175">
                  <a:moveTo>
                    <a:pt x="162039" y="0"/>
                  </a:moveTo>
                  <a:lnTo>
                    <a:pt x="133464" y="0"/>
                  </a:lnTo>
                  <a:lnTo>
                    <a:pt x="133464" y="9525"/>
                  </a:lnTo>
                  <a:lnTo>
                    <a:pt x="162039" y="9525"/>
                  </a:lnTo>
                  <a:lnTo>
                    <a:pt x="162039" y="0"/>
                  </a:lnTo>
                  <a:close/>
                </a:path>
                <a:path h="762000" w="3305175">
                  <a:moveTo>
                    <a:pt x="193979" y="752475"/>
                  </a:moveTo>
                  <a:lnTo>
                    <a:pt x="165404" y="752475"/>
                  </a:lnTo>
                  <a:lnTo>
                    <a:pt x="165404" y="762000"/>
                  </a:lnTo>
                  <a:lnTo>
                    <a:pt x="193979" y="762000"/>
                  </a:lnTo>
                  <a:lnTo>
                    <a:pt x="193979" y="752475"/>
                  </a:lnTo>
                  <a:close/>
                </a:path>
                <a:path h="762000" w="3305175">
                  <a:moveTo>
                    <a:pt x="209727" y="0"/>
                  </a:moveTo>
                  <a:lnTo>
                    <a:pt x="181152" y="0"/>
                  </a:lnTo>
                  <a:lnTo>
                    <a:pt x="181152" y="9525"/>
                  </a:lnTo>
                  <a:lnTo>
                    <a:pt x="209727" y="9525"/>
                  </a:lnTo>
                  <a:lnTo>
                    <a:pt x="209727" y="0"/>
                  </a:lnTo>
                  <a:close/>
                </a:path>
                <a:path h="762000" w="3305175">
                  <a:moveTo>
                    <a:pt x="241655" y="752475"/>
                  </a:moveTo>
                  <a:lnTo>
                    <a:pt x="213080" y="752475"/>
                  </a:lnTo>
                  <a:lnTo>
                    <a:pt x="213080" y="762000"/>
                  </a:lnTo>
                  <a:lnTo>
                    <a:pt x="241655" y="762000"/>
                  </a:lnTo>
                  <a:lnTo>
                    <a:pt x="241655" y="752475"/>
                  </a:lnTo>
                  <a:close/>
                </a:path>
                <a:path h="762000" w="3305175">
                  <a:moveTo>
                    <a:pt x="257403" y="0"/>
                  </a:moveTo>
                  <a:lnTo>
                    <a:pt x="228828" y="0"/>
                  </a:lnTo>
                  <a:lnTo>
                    <a:pt x="228828" y="9525"/>
                  </a:lnTo>
                  <a:lnTo>
                    <a:pt x="257403" y="9525"/>
                  </a:lnTo>
                  <a:lnTo>
                    <a:pt x="257403" y="0"/>
                  </a:lnTo>
                  <a:close/>
                </a:path>
                <a:path h="762000" w="3305175">
                  <a:moveTo>
                    <a:pt x="289331" y="752475"/>
                  </a:moveTo>
                  <a:lnTo>
                    <a:pt x="260756" y="752475"/>
                  </a:lnTo>
                  <a:lnTo>
                    <a:pt x="260756" y="762000"/>
                  </a:lnTo>
                  <a:lnTo>
                    <a:pt x="289331" y="762000"/>
                  </a:lnTo>
                  <a:lnTo>
                    <a:pt x="289331" y="752475"/>
                  </a:lnTo>
                  <a:close/>
                </a:path>
                <a:path h="762000" w="3305175">
                  <a:moveTo>
                    <a:pt x="305092" y="0"/>
                  </a:moveTo>
                  <a:lnTo>
                    <a:pt x="276517" y="0"/>
                  </a:lnTo>
                  <a:lnTo>
                    <a:pt x="276517" y="9525"/>
                  </a:lnTo>
                  <a:lnTo>
                    <a:pt x="305092" y="9525"/>
                  </a:lnTo>
                  <a:lnTo>
                    <a:pt x="305092" y="0"/>
                  </a:lnTo>
                  <a:close/>
                </a:path>
                <a:path h="762000" w="3305175">
                  <a:moveTo>
                    <a:pt x="337019" y="752475"/>
                  </a:moveTo>
                  <a:lnTo>
                    <a:pt x="308444" y="752475"/>
                  </a:lnTo>
                  <a:lnTo>
                    <a:pt x="308444" y="762000"/>
                  </a:lnTo>
                  <a:lnTo>
                    <a:pt x="337019" y="762000"/>
                  </a:lnTo>
                  <a:lnTo>
                    <a:pt x="337019" y="752475"/>
                  </a:lnTo>
                  <a:close/>
                </a:path>
                <a:path h="762000" w="3305175">
                  <a:moveTo>
                    <a:pt x="352767" y="0"/>
                  </a:moveTo>
                  <a:lnTo>
                    <a:pt x="324192" y="0"/>
                  </a:lnTo>
                  <a:lnTo>
                    <a:pt x="324192" y="9525"/>
                  </a:lnTo>
                  <a:lnTo>
                    <a:pt x="352767" y="9525"/>
                  </a:lnTo>
                  <a:lnTo>
                    <a:pt x="352767" y="0"/>
                  </a:lnTo>
                  <a:close/>
                </a:path>
                <a:path h="762000" w="3305175">
                  <a:moveTo>
                    <a:pt x="384695" y="752475"/>
                  </a:moveTo>
                  <a:lnTo>
                    <a:pt x="356120" y="752475"/>
                  </a:lnTo>
                  <a:lnTo>
                    <a:pt x="356120" y="762000"/>
                  </a:lnTo>
                  <a:lnTo>
                    <a:pt x="384695" y="762000"/>
                  </a:lnTo>
                  <a:lnTo>
                    <a:pt x="384695" y="752475"/>
                  </a:lnTo>
                  <a:close/>
                </a:path>
                <a:path h="762000" w="3305175">
                  <a:moveTo>
                    <a:pt x="400456" y="0"/>
                  </a:moveTo>
                  <a:lnTo>
                    <a:pt x="371881" y="0"/>
                  </a:lnTo>
                  <a:lnTo>
                    <a:pt x="371881" y="9525"/>
                  </a:lnTo>
                  <a:lnTo>
                    <a:pt x="400456" y="9525"/>
                  </a:lnTo>
                  <a:lnTo>
                    <a:pt x="400456" y="0"/>
                  </a:lnTo>
                  <a:close/>
                </a:path>
                <a:path h="762000" w="3305175">
                  <a:moveTo>
                    <a:pt x="432384" y="752475"/>
                  </a:moveTo>
                  <a:lnTo>
                    <a:pt x="403809" y="752475"/>
                  </a:lnTo>
                  <a:lnTo>
                    <a:pt x="403809" y="762000"/>
                  </a:lnTo>
                  <a:lnTo>
                    <a:pt x="432384" y="762000"/>
                  </a:lnTo>
                  <a:lnTo>
                    <a:pt x="432384" y="752475"/>
                  </a:lnTo>
                  <a:close/>
                </a:path>
                <a:path h="762000" w="3305175">
                  <a:moveTo>
                    <a:pt x="448132" y="0"/>
                  </a:moveTo>
                  <a:lnTo>
                    <a:pt x="419557" y="0"/>
                  </a:lnTo>
                  <a:lnTo>
                    <a:pt x="419557" y="9525"/>
                  </a:lnTo>
                  <a:lnTo>
                    <a:pt x="448132" y="9525"/>
                  </a:lnTo>
                  <a:lnTo>
                    <a:pt x="448132" y="0"/>
                  </a:lnTo>
                  <a:close/>
                </a:path>
                <a:path h="762000" w="3305175">
                  <a:moveTo>
                    <a:pt x="480060" y="752475"/>
                  </a:moveTo>
                  <a:lnTo>
                    <a:pt x="451485" y="752475"/>
                  </a:lnTo>
                  <a:lnTo>
                    <a:pt x="451485" y="762000"/>
                  </a:lnTo>
                  <a:lnTo>
                    <a:pt x="480060" y="762000"/>
                  </a:lnTo>
                  <a:lnTo>
                    <a:pt x="480060" y="752475"/>
                  </a:lnTo>
                  <a:close/>
                </a:path>
                <a:path h="762000" w="3305175">
                  <a:moveTo>
                    <a:pt x="495808" y="0"/>
                  </a:moveTo>
                  <a:lnTo>
                    <a:pt x="467233" y="0"/>
                  </a:lnTo>
                  <a:lnTo>
                    <a:pt x="467233" y="9525"/>
                  </a:lnTo>
                  <a:lnTo>
                    <a:pt x="495808" y="9525"/>
                  </a:lnTo>
                  <a:lnTo>
                    <a:pt x="495808" y="0"/>
                  </a:lnTo>
                  <a:close/>
                </a:path>
                <a:path h="762000" w="3305175">
                  <a:moveTo>
                    <a:pt x="527748" y="752475"/>
                  </a:moveTo>
                  <a:lnTo>
                    <a:pt x="499173" y="752475"/>
                  </a:lnTo>
                  <a:lnTo>
                    <a:pt x="499173" y="762000"/>
                  </a:lnTo>
                  <a:lnTo>
                    <a:pt x="527748" y="762000"/>
                  </a:lnTo>
                  <a:lnTo>
                    <a:pt x="527748" y="752475"/>
                  </a:lnTo>
                  <a:close/>
                </a:path>
                <a:path h="762000" w="3305175">
                  <a:moveTo>
                    <a:pt x="543496" y="0"/>
                  </a:moveTo>
                  <a:lnTo>
                    <a:pt x="514921" y="0"/>
                  </a:lnTo>
                  <a:lnTo>
                    <a:pt x="514921" y="9525"/>
                  </a:lnTo>
                  <a:lnTo>
                    <a:pt x="543496" y="9525"/>
                  </a:lnTo>
                  <a:lnTo>
                    <a:pt x="543496" y="0"/>
                  </a:lnTo>
                  <a:close/>
                </a:path>
                <a:path h="762000" w="3305175">
                  <a:moveTo>
                    <a:pt x="575424" y="752475"/>
                  </a:moveTo>
                  <a:lnTo>
                    <a:pt x="546849" y="752475"/>
                  </a:lnTo>
                  <a:lnTo>
                    <a:pt x="546849" y="762000"/>
                  </a:lnTo>
                  <a:lnTo>
                    <a:pt x="575424" y="762000"/>
                  </a:lnTo>
                  <a:lnTo>
                    <a:pt x="575424" y="752475"/>
                  </a:lnTo>
                  <a:close/>
                </a:path>
                <a:path h="762000" w="3305175">
                  <a:moveTo>
                    <a:pt x="591172" y="0"/>
                  </a:moveTo>
                  <a:lnTo>
                    <a:pt x="562597" y="0"/>
                  </a:lnTo>
                  <a:lnTo>
                    <a:pt x="562597" y="9525"/>
                  </a:lnTo>
                  <a:lnTo>
                    <a:pt x="591172" y="9525"/>
                  </a:lnTo>
                  <a:lnTo>
                    <a:pt x="591172" y="0"/>
                  </a:lnTo>
                  <a:close/>
                </a:path>
                <a:path h="762000" w="3305175">
                  <a:moveTo>
                    <a:pt x="623112" y="752475"/>
                  </a:moveTo>
                  <a:lnTo>
                    <a:pt x="594537" y="752475"/>
                  </a:lnTo>
                  <a:lnTo>
                    <a:pt x="594537" y="762000"/>
                  </a:lnTo>
                  <a:lnTo>
                    <a:pt x="623112" y="762000"/>
                  </a:lnTo>
                  <a:lnTo>
                    <a:pt x="623112" y="752475"/>
                  </a:lnTo>
                  <a:close/>
                </a:path>
                <a:path h="762000" w="3305175">
                  <a:moveTo>
                    <a:pt x="638860" y="0"/>
                  </a:moveTo>
                  <a:lnTo>
                    <a:pt x="610285" y="0"/>
                  </a:lnTo>
                  <a:lnTo>
                    <a:pt x="610285" y="9525"/>
                  </a:lnTo>
                  <a:lnTo>
                    <a:pt x="638860" y="9525"/>
                  </a:lnTo>
                  <a:lnTo>
                    <a:pt x="638860" y="0"/>
                  </a:lnTo>
                  <a:close/>
                </a:path>
                <a:path h="762000" w="3305175">
                  <a:moveTo>
                    <a:pt x="670788" y="752475"/>
                  </a:moveTo>
                  <a:lnTo>
                    <a:pt x="642213" y="752475"/>
                  </a:lnTo>
                  <a:lnTo>
                    <a:pt x="642213" y="762000"/>
                  </a:lnTo>
                  <a:lnTo>
                    <a:pt x="670788" y="762000"/>
                  </a:lnTo>
                  <a:lnTo>
                    <a:pt x="670788" y="752475"/>
                  </a:lnTo>
                  <a:close/>
                </a:path>
                <a:path h="762000" w="3305175">
                  <a:moveTo>
                    <a:pt x="686536" y="0"/>
                  </a:moveTo>
                  <a:lnTo>
                    <a:pt x="657961" y="0"/>
                  </a:lnTo>
                  <a:lnTo>
                    <a:pt x="657961" y="9525"/>
                  </a:lnTo>
                  <a:lnTo>
                    <a:pt x="686536" y="9525"/>
                  </a:lnTo>
                  <a:lnTo>
                    <a:pt x="686536" y="0"/>
                  </a:lnTo>
                  <a:close/>
                </a:path>
                <a:path h="762000" w="3305175">
                  <a:moveTo>
                    <a:pt x="718464" y="752475"/>
                  </a:moveTo>
                  <a:lnTo>
                    <a:pt x="689889" y="752475"/>
                  </a:lnTo>
                  <a:lnTo>
                    <a:pt x="689889" y="762000"/>
                  </a:lnTo>
                  <a:lnTo>
                    <a:pt x="718464" y="762000"/>
                  </a:lnTo>
                  <a:lnTo>
                    <a:pt x="718464" y="752475"/>
                  </a:lnTo>
                  <a:close/>
                </a:path>
                <a:path h="762000" w="3305175">
                  <a:moveTo>
                    <a:pt x="734225" y="0"/>
                  </a:moveTo>
                  <a:lnTo>
                    <a:pt x="705650" y="0"/>
                  </a:lnTo>
                  <a:lnTo>
                    <a:pt x="705650" y="9525"/>
                  </a:lnTo>
                  <a:lnTo>
                    <a:pt x="734225" y="9525"/>
                  </a:lnTo>
                  <a:lnTo>
                    <a:pt x="734225" y="0"/>
                  </a:lnTo>
                  <a:close/>
                </a:path>
                <a:path h="762000" w="3305175">
                  <a:moveTo>
                    <a:pt x="766152" y="752475"/>
                  </a:moveTo>
                  <a:lnTo>
                    <a:pt x="737577" y="752475"/>
                  </a:lnTo>
                  <a:lnTo>
                    <a:pt x="737577" y="762000"/>
                  </a:lnTo>
                  <a:lnTo>
                    <a:pt x="766152" y="762000"/>
                  </a:lnTo>
                  <a:lnTo>
                    <a:pt x="766152" y="752475"/>
                  </a:lnTo>
                  <a:close/>
                </a:path>
                <a:path h="762000" w="3305175">
                  <a:moveTo>
                    <a:pt x="781900" y="0"/>
                  </a:moveTo>
                  <a:lnTo>
                    <a:pt x="753325" y="0"/>
                  </a:lnTo>
                  <a:lnTo>
                    <a:pt x="753325" y="9525"/>
                  </a:lnTo>
                  <a:lnTo>
                    <a:pt x="781900" y="9525"/>
                  </a:lnTo>
                  <a:lnTo>
                    <a:pt x="781900" y="0"/>
                  </a:lnTo>
                  <a:close/>
                </a:path>
                <a:path h="762000" w="3305175">
                  <a:moveTo>
                    <a:pt x="813828" y="752475"/>
                  </a:moveTo>
                  <a:lnTo>
                    <a:pt x="785253" y="752475"/>
                  </a:lnTo>
                  <a:lnTo>
                    <a:pt x="785253" y="762000"/>
                  </a:lnTo>
                  <a:lnTo>
                    <a:pt x="813828" y="762000"/>
                  </a:lnTo>
                  <a:lnTo>
                    <a:pt x="813828" y="752475"/>
                  </a:lnTo>
                  <a:close/>
                </a:path>
                <a:path h="762000" w="3305175">
                  <a:moveTo>
                    <a:pt x="829576" y="0"/>
                  </a:moveTo>
                  <a:lnTo>
                    <a:pt x="801001" y="0"/>
                  </a:lnTo>
                  <a:lnTo>
                    <a:pt x="801001" y="9525"/>
                  </a:lnTo>
                  <a:lnTo>
                    <a:pt x="829576" y="9525"/>
                  </a:lnTo>
                  <a:lnTo>
                    <a:pt x="829576" y="0"/>
                  </a:lnTo>
                  <a:close/>
                </a:path>
                <a:path h="762000" w="3305175">
                  <a:moveTo>
                    <a:pt x="861517" y="752475"/>
                  </a:moveTo>
                  <a:lnTo>
                    <a:pt x="832942" y="752475"/>
                  </a:lnTo>
                  <a:lnTo>
                    <a:pt x="832942" y="762000"/>
                  </a:lnTo>
                  <a:lnTo>
                    <a:pt x="861517" y="762000"/>
                  </a:lnTo>
                  <a:lnTo>
                    <a:pt x="861517" y="752475"/>
                  </a:lnTo>
                  <a:close/>
                </a:path>
                <a:path h="762000" w="3305175">
                  <a:moveTo>
                    <a:pt x="877265" y="0"/>
                  </a:moveTo>
                  <a:lnTo>
                    <a:pt x="848690" y="0"/>
                  </a:lnTo>
                  <a:lnTo>
                    <a:pt x="848690" y="9525"/>
                  </a:lnTo>
                  <a:lnTo>
                    <a:pt x="877265" y="9525"/>
                  </a:lnTo>
                  <a:lnTo>
                    <a:pt x="877265" y="0"/>
                  </a:lnTo>
                  <a:close/>
                </a:path>
                <a:path h="762000" w="3305175">
                  <a:moveTo>
                    <a:pt x="909193" y="752475"/>
                  </a:moveTo>
                  <a:lnTo>
                    <a:pt x="880618" y="752475"/>
                  </a:lnTo>
                  <a:lnTo>
                    <a:pt x="880618" y="762000"/>
                  </a:lnTo>
                  <a:lnTo>
                    <a:pt x="909193" y="762000"/>
                  </a:lnTo>
                  <a:lnTo>
                    <a:pt x="909193" y="752475"/>
                  </a:lnTo>
                  <a:close/>
                </a:path>
                <a:path h="762000" w="3305175">
                  <a:moveTo>
                    <a:pt x="924941" y="0"/>
                  </a:moveTo>
                  <a:lnTo>
                    <a:pt x="896366" y="0"/>
                  </a:lnTo>
                  <a:lnTo>
                    <a:pt x="896366" y="9525"/>
                  </a:lnTo>
                  <a:lnTo>
                    <a:pt x="924941" y="9525"/>
                  </a:lnTo>
                  <a:lnTo>
                    <a:pt x="924941" y="0"/>
                  </a:lnTo>
                  <a:close/>
                </a:path>
                <a:path h="762000" w="3305175">
                  <a:moveTo>
                    <a:pt x="956881" y="752475"/>
                  </a:moveTo>
                  <a:lnTo>
                    <a:pt x="928306" y="752475"/>
                  </a:lnTo>
                  <a:lnTo>
                    <a:pt x="928306" y="762000"/>
                  </a:lnTo>
                  <a:lnTo>
                    <a:pt x="956881" y="762000"/>
                  </a:lnTo>
                  <a:lnTo>
                    <a:pt x="956881" y="752475"/>
                  </a:lnTo>
                  <a:close/>
                </a:path>
                <a:path h="762000" w="3305175">
                  <a:moveTo>
                    <a:pt x="972629" y="0"/>
                  </a:moveTo>
                  <a:lnTo>
                    <a:pt x="944054" y="0"/>
                  </a:lnTo>
                  <a:lnTo>
                    <a:pt x="944054" y="9525"/>
                  </a:lnTo>
                  <a:lnTo>
                    <a:pt x="972629" y="9525"/>
                  </a:lnTo>
                  <a:lnTo>
                    <a:pt x="972629" y="0"/>
                  </a:lnTo>
                  <a:close/>
                </a:path>
                <a:path h="762000" w="3305175">
                  <a:moveTo>
                    <a:pt x="1004557" y="752475"/>
                  </a:moveTo>
                  <a:lnTo>
                    <a:pt x="975982" y="752475"/>
                  </a:lnTo>
                  <a:lnTo>
                    <a:pt x="975982" y="762000"/>
                  </a:lnTo>
                  <a:lnTo>
                    <a:pt x="1004557" y="762000"/>
                  </a:lnTo>
                  <a:lnTo>
                    <a:pt x="1004557" y="752475"/>
                  </a:lnTo>
                  <a:close/>
                </a:path>
                <a:path h="762000" w="3305175">
                  <a:moveTo>
                    <a:pt x="1020305" y="0"/>
                  </a:moveTo>
                  <a:lnTo>
                    <a:pt x="991730" y="0"/>
                  </a:lnTo>
                  <a:lnTo>
                    <a:pt x="991730" y="9525"/>
                  </a:lnTo>
                  <a:lnTo>
                    <a:pt x="1020305" y="9525"/>
                  </a:lnTo>
                  <a:lnTo>
                    <a:pt x="1020305" y="0"/>
                  </a:lnTo>
                  <a:close/>
                </a:path>
                <a:path h="762000" w="3305175">
                  <a:moveTo>
                    <a:pt x="1052233" y="752475"/>
                  </a:moveTo>
                  <a:lnTo>
                    <a:pt x="1023658" y="752475"/>
                  </a:lnTo>
                  <a:lnTo>
                    <a:pt x="1023658" y="762000"/>
                  </a:lnTo>
                  <a:lnTo>
                    <a:pt x="1052233" y="762000"/>
                  </a:lnTo>
                  <a:lnTo>
                    <a:pt x="1052233" y="752475"/>
                  </a:lnTo>
                  <a:close/>
                </a:path>
                <a:path h="762000" w="3305175">
                  <a:moveTo>
                    <a:pt x="1067993" y="0"/>
                  </a:moveTo>
                  <a:lnTo>
                    <a:pt x="1039418" y="0"/>
                  </a:lnTo>
                  <a:lnTo>
                    <a:pt x="1039418" y="9525"/>
                  </a:lnTo>
                  <a:lnTo>
                    <a:pt x="1067993" y="9525"/>
                  </a:lnTo>
                  <a:lnTo>
                    <a:pt x="1067993" y="0"/>
                  </a:lnTo>
                  <a:close/>
                </a:path>
                <a:path h="762000" w="3305175">
                  <a:moveTo>
                    <a:pt x="1099921" y="752475"/>
                  </a:moveTo>
                  <a:lnTo>
                    <a:pt x="1071346" y="752475"/>
                  </a:lnTo>
                  <a:lnTo>
                    <a:pt x="1071346" y="762000"/>
                  </a:lnTo>
                  <a:lnTo>
                    <a:pt x="1099921" y="762000"/>
                  </a:lnTo>
                  <a:lnTo>
                    <a:pt x="1099921" y="752475"/>
                  </a:lnTo>
                  <a:close/>
                </a:path>
                <a:path h="762000" w="3305175">
                  <a:moveTo>
                    <a:pt x="1115669" y="0"/>
                  </a:moveTo>
                  <a:lnTo>
                    <a:pt x="1087094" y="0"/>
                  </a:lnTo>
                  <a:lnTo>
                    <a:pt x="1087094" y="9525"/>
                  </a:lnTo>
                  <a:lnTo>
                    <a:pt x="1115669" y="9525"/>
                  </a:lnTo>
                  <a:lnTo>
                    <a:pt x="1115669" y="0"/>
                  </a:lnTo>
                  <a:close/>
                </a:path>
                <a:path h="762000" w="3305175">
                  <a:moveTo>
                    <a:pt x="1147597" y="752475"/>
                  </a:moveTo>
                  <a:lnTo>
                    <a:pt x="1119022" y="752475"/>
                  </a:lnTo>
                  <a:lnTo>
                    <a:pt x="1119022" y="762000"/>
                  </a:lnTo>
                  <a:lnTo>
                    <a:pt x="1147597" y="762000"/>
                  </a:lnTo>
                  <a:lnTo>
                    <a:pt x="1147597" y="752475"/>
                  </a:lnTo>
                  <a:close/>
                </a:path>
                <a:path h="762000" w="3305175">
                  <a:moveTo>
                    <a:pt x="1163358" y="0"/>
                  </a:moveTo>
                  <a:lnTo>
                    <a:pt x="1134783" y="0"/>
                  </a:lnTo>
                  <a:lnTo>
                    <a:pt x="1134783" y="9525"/>
                  </a:lnTo>
                  <a:lnTo>
                    <a:pt x="1163358" y="9525"/>
                  </a:lnTo>
                  <a:lnTo>
                    <a:pt x="1163358" y="0"/>
                  </a:lnTo>
                  <a:close/>
                </a:path>
                <a:path h="762000" w="3305175">
                  <a:moveTo>
                    <a:pt x="1195285" y="752475"/>
                  </a:moveTo>
                  <a:lnTo>
                    <a:pt x="1166710" y="752475"/>
                  </a:lnTo>
                  <a:lnTo>
                    <a:pt x="1166710" y="762000"/>
                  </a:lnTo>
                  <a:lnTo>
                    <a:pt x="1195285" y="762000"/>
                  </a:lnTo>
                  <a:lnTo>
                    <a:pt x="1195285" y="752475"/>
                  </a:lnTo>
                  <a:close/>
                </a:path>
                <a:path h="762000" w="3305175">
                  <a:moveTo>
                    <a:pt x="1211033" y="0"/>
                  </a:moveTo>
                  <a:lnTo>
                    <a:pt x="1182458" y="0"/>
                  </a:lnTo>
                  <a:lnTo>
                    <a:pt x="1182458" y="9525"/>
                  </a:lnTo>
                  <a:lnTo>
                    <a:pt x="1211033" y="9525"/>
                  </a:lnTo>
                  <a:lnTo>
                    <a:pt x="1211033" y="0"/>
                  </a:lnTo>
                  <a:close/>
                </a:path>
                <a:path h="762000" w="3305175">
                  <a:moveTo>
                    <a:pt x="1242961" y="752475"/>
                  </a:moveTo>
                  <a:lnTo>
                    <a:pt x="1214386" y="752475"/>
                  </a:lnTo>
                  <a:lnTo>
                    <a:pt x="1214386" y="762000"/>
                  </a:lnTo>
                  <a:lnTo>
                    <a:pt x="1242961" y="762000"/>
                  </a:lnTo>
                  <a:lnTo>
                    <a:pt x="1242961" y="752475"/>
                  </a:lnTo>
                  <a:close/>
                </a:path>
                <a:path h="762000" w="3305175">
                  <a:moveTo>
                    <a:pt x="1258709" y="0"/>
                  </a:moveTo>
                  <a:lnTo>
                    <a:pt x="1230134" y="0"/>
                  </a:lnTo>
                  <a:lnTo>
                    <a:pt x="1230134" y="9525"/>
                  </a:lnTo>
                  <a:lnTo>
                    <a:pt x="1258709" y="9525"/>
                  </a:lnTo>
                  <a:lnTo>
                    <a:pt x="1258709" y="0"/>
                  </a:lnTo>
                  <a:close/>
                </a:path>
                <a:path h="762000" w="3305175">
                  <a:moveTo>
                    <a:pt x="1290650" y="752475"/>
                  </a:moveTo>
                  <a:lnTo>
                    <a:pt x="1262075" y="752475"/>
                  </a:lnTo>
                  <a:lnTo>
                    <a:pt x="1262075" y="762000"/>
                  </a:lnTo>
                  <a:lnTo>
                    <a:pt x="1290650" y="762000"/>
                  </a:lnTo>
                  <a:lnTo>
                    <a:pt x="1290650" y="752475"/>
                  </a:lnTo>
                  <a:close/>
                </a:path>
                <a:path h="762000" w="3305175">
                  <a:moveTo>
                    <a:pt x="1306398" y="0"/>
                  </a:moveTo>
                  <a:lnTo>
                    <a:pt x="1277823" y="0"/>
                  </a:lnTo>
                  <a:lnTo>
                    <a:pt x="1277823" y="9525"/>
                  </a:lnTo>
                  <a:lnTo>
                    <a:pt x="1306398" y="9525"/>
                  </a:lnTo>
                  <a:lnTo>
                    <a:pt x="1306398" y="0"/>
                  </a:lnTo>
                  <a:close/>
                </a:path>
                <a:path h="762000" w="3305175">
                  <a:moveTo>
                    <a:pt x="1338326" y="752475"/>
                  </a:moveTo>
                  <a:lnTo>
                    <a:pt x="1309751" y="752475"/>
                  </a:lnTo>
                  <a:lnTo>
                    <a:pt x="1309751" y="762000"/>
                  </a:lnTo>
                  <a:lnTo>
                    <a:pt x="1338326" y="762000"/>
                  </a:lnTo>
                  <a:lnTo>
                    <a:pt x="1338326" y="752475"/>
                  </a:lnTo>
                  <a:close/>
                </a:path>
                <a:path h="762000" w="3305175">
                  <a:moveTo>
                    <a:pt x="1354074" y="0"/>
                  </a:moveTo>
                  <a:lnTo>
                    <a:pt x="1325499" y="0"/>
                  </a:lnTo>
                  <a:lnTo>
                    <a:pt x="1325499" y="9525"/>
                  </a:lnTo>
                  <a:lnTo>
                    <a:pt x="1354074" y="9525"/>
                  </a:lnTo>
                  <a:lnTo>
                    <a:pt x="1354074" y="0"/>
                  </a:lnTo>
                  <a:close/>
                </a:path>
                <a:path h="762000" w="3305175">
                  <a:moveTo>
                    <a:pt x="1386014" y="752475"/>
                  </a:moveTo>
                  <a:lnTo>
                    <a:pt x="1357439" y="752475"/>
                  </a:lnTo>
                  <a:lnTo>
                    <a:pt x="1357439" y="762000"/>
                  </a:lnTo>
                  <a:lnTo>
                    <a:pt x="1386014" y="762000"/>
                  </a:lnTo>
                  <a:lnTo>
                    <a:pt x="1386014" y="752475"/>
                  </a:lnTo>
                  <a:close/>
                </a:path>
                <a:path h="762000" w="3305175">
                  <a:moveTo>
                    <a:pt x="1401762" y="0"/>
                  </a:moveTo>
                  <a:lnTo>
                    <a:pt x="1373187" y="0"/>
                  </a:lnTo>
                  <a:lnTo>
                    <a:pt x="1373187" y="9525"/>
                  </a:lnTo>
                  <a:lnTo>
                    <a:pt x="1401762" y="9525"/>
                  </a:lnTo>
                  <a:lnTo>
                    <a:pt x="1401762" y="0"/>
                  </a:lnTo>
                  <a:close/>
                </a:path>
                <a:path h="762000" w="3305175">
                  <a:moveTo>
                    <a:pt x="1433690" y="752475"/>
                  </a:moveTo>
                  <a:lnTo>
                    <a:pt x="1405115" y="752475"/>
                  </a:lnTo>
                  <a:lnTo>
                    <a:pt x="1405115" y="762000"/>
                  </a:lnTo>
                  <a:lnTo>
                    <a:pt x="1433690" y="762000"/>
                  </a:lnTo>
                  <a:lnTo>
                    <a:pt x="1433690" y="752475"/>
                  </a:lnTo>
                  <a:close/>
                </a:path>
                <a:path h="762000" w="3305175">
                  <a:moveTo>
                    <a:pt x="1449438" y="0"/>
                  </a:moveTo>
                  <a:lnTo>
                    <a:pt x="1420863" y="0"/>
                  </a:lnTo>
                  <a:lnTo>
                    <a:pt x="1420863" y="9525"/>
                  </a:lnTo>
                  <a:lnTo>
                    <a:pt x="1449438" y="9525"/>
                  </a:lnTo>
                  <a:lnTo>
                    <a:pt x="1449438" y="0"/>
                  </a:lnTo>
                  <a:close/>
                </a:path>
                <a:path h="762000" w="3305175">
                  <a:moveTo>
                    <a:pt x="1481366" y="752475"/>
                  </a:moveTo>
                  <a:lnTo>
                    <a:pt x="1452791" y="752475"/>
                  </a:lnTo>
                  <a:lnTo>
                    <a:pt x="1452791" y="762000"/>
                  </a:lnTo>
                  <a:lnTo>
                    <a:pt x="1481366" y="762000"/>
                  </a:lnTo>
                  <a:lnTo>
                    <a:pt x="1481366" y="752475"/>
                  </a:lnTo>
                  <a:close/>
                </a:path>
                <a:path h="762000" w="3305175">
                  <a:moveTo>
                    <a:pt x="1497126" y="0"/>
                  </a:moveTo>
                  <a:lnTo>
                    <a:pt x="1468551" y="0"/>
                  </a:lnTo>
                  <a:lnTo>
                    <a:pt x="1468551" y="9525"/>
                  </a:lnTo>
                  <a:lnTo>
                    <a:pt x="1497126" y="9525"/>
                  </a:lnTo>
                  <a:lnTo>
                    <a:pt x="1497126" y="0"/>
                  </a:lnTo>
                  <a:close/>
                </a:path>
                <a:path h="762000" w="3305175">
                  <a:moveTo>
                    <a:pt x="1529054" y="752475"/>
                  </a:moveTo>
                  <a:lnTo>
                    <a:pt x="1500479" y="752475"/>
                  </a:lnTo>
                  <a:lnTo>
                    <a:pt x="1500479" y="762000"/>
                  </a:lnTo>
                  <a:lnTo>
                    <a:pt x="1529054" y="762000"/>
                  </a:lnTo>
                  <a:lnTo>
                    <a:pt x="1529054" y="752475"/>
                  </a:lnTo>
                  <a:close/>
                </a:path>
                <a:path h="762000" w="3305175">
                  <a:moveTo>
                    <a:pt x="1544802" y="0"/>
                  </a:moveTo>
                  <a:lnTo>
                    <a:pt x="1516227" y="0"/>
                  </a:lnTo>
                  <a:lnTo>
                    <a:pt x="1516227" y="9525"/>
                  </a:lnTo>
                  <a:lnTo>
                    <a:pt x="1544802" y="9525"/>
                  </a:lnTo>
                  <a:lnTo>
                    <a:pt x="1544802" y="0"/>
                  </a:lnTo>
                  <a:close/>
                </a:path>
                <a:path h="762000" w="3305175">
                  <a:moveTo>
                    <a:pt x="1576730" y="752475"/>
                  </a:moveTo>
                  <a:lnTo>
                    <a:pt x="1548155" y="752475"/>
                  </a:lnTo>
                  <a:lnTo>
                    <a:pt x="1548155" y="762000"/>
                  </a:lnTo>
                  <a:lnTo>
                    <a:pt x="1576730" y="762000"/>
                  </a:lnTo>
                  <a:lnTo>
                    <a:pt x="1576730" y="752475"/>
                  </a:lnTo>
                  <a:close/>
                </a:path>
                <a:path h="762000" w="3305175">
                  <a:moveTo>
                    <a:pt x="1592478" y="0"/>
                  </a:moveTo>
                  <a:lnTo>
                    <a:pt x="1563903" y="0"/>
                  </a:lnTo>
                  <a:lnTo>
                    <a:pt x="1563903" y="9525"/>
                  </a:lnTo>
                  <a:lnTo>
                    <a:pt x="1592478" y="9525"/>
                  </a:lnTo>
                  <a:lnTo>
                    <a:pt x="1592478" y="0"/>
                  </a:lnTo>
                  <a:close/>
                </a:path>
                <a:path h="762000" w="3305175">
                  <a:moveTo>
                    <a:pt x="1624418" y="752475"/>
                  </a:moveTo>
                  <a:lnTo>
                    <a:pt x="1595843" y="752475"/>
                  </a:lnTo>
                  <a:lnTo>
                    <a:pt x="1595843" y="762000"/>
                  </a:lnTo>
                  <a:lnTo>
                    <a:pt x="1624418" y="762000"/>
                  </a:lnTo>
                  <a:lnTo>
                    <a:pt x="1624418" y="752475"/>
                  </a:lnTo>
                  <a:close/>
                </a:path>
                <a:path h="762000" w="3305175">
                  <a:moveTo>
                    <a:pt x="1640166" y="0"/>
                  </a:moveTo>
                  <a:lnTo>
                    <a:pt x="1611591" y="0"/>
                  </a:lnTo>
                  <a:lnTo>
                    <a:pt x="1611591" y="9525"/>
                  </a:lnTo>
                  <a:lnTo>
                    <a:pt x="1640166" y="9525"/>
                  </a:lnTo>
                  <a:lnTo>
                    <a:pt x="1640166" y="0"/>
                  </a:lnTo>
                  <a:close/>
                </a:path>
                <a:path h="762000" w="3305175">
                  <a:moveTo>
                    <a:pt x="1672094" y="752475"/>
                  </a:moveTo>
                  <a:lnTo>
                    <a:pt x="1643519" y="752475"/>
                  </a:lnTo>
                  <a:lnTo>
                    <a:pt x="1643519" y="762000"/>
                  </a:lnTo>
                  <a:lnTo>
                    <a:pt x="1672094" y="762000"/>
                  </a:lnTo>
                  <a:lnTo>
                    <a:pt x="1672094" y="752475"/>
                  </a:lnTo>
                  <a:close/>
                </a:path>
                <a:path h="762000" w="3305175">
                  <a:moveTo>
                    <a:pt x="1687842" y="0"/>
                  </a:moveTo>
                  <a:lnTo>
                    <a:pt x="1659267" y="0"/>
                  </a:lnTo>
                  <a:lnTo>
                    <a:pt x="1659267" y="9525"/>
                  </a:lnTo>
                  <a:lnTo>
                    <a:pt x="1687842" y="9525"/>
                  </a:lnTo>
                  <a:lnTo>
                    <a:pt x="1687842" y="0"/>
                  </a:lnTo>
                  <a:close/>
                </a:path>
                <a:path h="762000" w="3305175">
                  <a:moveTo>
                    <a:pt x="1719783" y="752475"/>
                  </a:moveTo>
                  <a:lnTo>
                    <a:pt x="1691208" y="752475"/>
                  </a:lnTo>
                  <a:lnTo>
                    <a:pt x="1691208" y="762000"/>
                  </a:lnTo>
                  <a:lnTo>
                    <a:pt x="1719783" y="762000"/>
                  </a:lnTo>
                  <a:lnTo>
                    <a:pt x="1719783" y="752475"/>
                  </a:lnTo>
                  <a:close/>
                </a:path>
                <a:path h="762000" w="3305175">
                  <a:moveTo>
                    <a:pt x="1735531" y="0"/>
                  </a:moveTo>
                  <a:lnTo>
                    <a:pt x="1706956" y="0"/>
                  </a:lnTo>
                  <a:lnTo>
                    <a:pt x="1706956" y="9525"/>
                  </a:lnTo>
                  <a:lnTo>
                    <a:pt x="1735531" y="9525"/>
                  </a:lnTo>
                  <a:lnTo>
                    <a:pt x="1735531" y="0"/>
                  </a:lnTo>
                  <a:close/>
                </a:path>
                <a:path h="762000" w="3305175">
                  <a:moveTo>
                    <a:pt x="1767459" y="752475"/>
                  </a:moveTo>
                  <a:lnTo>
                    <a:pt x="1738884" y="752475"/>
                  </a:lnTo>
                  <a:lnTo>
                    <a:pt x="1738884" y="762000"/>
                  </a:lnTo>
                  <a:lnTo>
                    <a:pt x="1767459" y="762000"/>
                  </a:lnTo>
                  <a:lnTo>
                    <a:pt x="1767459" y="752475"/>
                  </a:lnTo>
                  <a:close/>
                </a:path>
                <a:path h="762000" w="3305175">
                  <a:moveTo>
                    <a:pt x="1783207" y="0"/>
                  </a:moveTo>
                  <a:lnTo>
                    <a:pt x="1754632" y="0"/>
                  </a:lnTo>
                  <a:lnTo>
                    <a:pt x="1754632" y="9525"/>
                  </a:lnTo>
                  <a:lnTo>
                    <a:pt x="1783207" y="9525"/>
                  </a:lnTo>
                  <a:lnTo>
                    <a:pt x="1783207" y="0"/>
                  </a:lnTo>
                  <a:close/>
                </a:path>
                <a:path h="762000" w="3305175">
                  <a:moveTo>
                    <a:pt x="1815134" y="752475"/>
                  </a:moveTo>
                  <a:lnTo>
                    <a:pt x="1786559" y="752475"/>
                  </a:lnTo>
                  <a:lnTo>
                    <a:pt x="1786559" y="762000"/>
                  </a:lnTo>
                  <a:lnTo>
                    <a:pt x="1815134" y="762000"/>
                  </a:lnTo>
                  <a:lnTo>
                    <a:pt x="1815134" y="752475"/>
                  </a:lnTo>
                  <a:close/>
                </a:path>
                <a:path h="762000" w="3305175">
                  <a:moveTo>
                    <a:pt x="1830895" y="0"/>
                  </a:moveTo>
                  <a:lnTo>
                    <a:pt x="1802320" y="0"/>
                  </a:lnTo>
                  <a:lnTo>
                    <a:pt x="1802320" y="9525"/>
                  </a:lnTo>
                  <a:lnTo>
                    <a:pt x="1830895" y="9525"/>
                  </a:lnTo>
                  <a:lnTo>
                    <a:pt x="1830895" y="0"/>
                  </a:lnTo>
                  <a:close/>
                </a:path>
                <a:path h="762000" w="3305175">
                  <a:moveTo>
                    <a:pt x="1862823" y="752475"/>
                  </a:moveTo>
                  <a:lnTo>
                    <a:pt x="1834248" y="752475"/>
                  </a:lnTo>
                  <a:lnTo>
                    <a:pt x="1834248" y="762000"/>
                  </a:lnTo>
                  <a:lnTo>
                    <a:pt x="1862823" y="762000"/>
                  </a:lnTo>
                  <a:lnTo>
                    <a:pt x="1862823" y="752475"/>
                  </a:lnTo>
                  <a:close/>
                </a:path>
                <a:path h="762000" w="3305175">
                  <a:moveTo>
                    <a:pt x="1878571" y="0"/>
                  </a:moveTo>
                  <a:lnTo>
                    <a:pt x="1849996" y="0"/>
                  </a:lnTo>
                  <a:lnTo>
                    <a:pt x="1849996" y="9525"/>
                  </a:lnTo>
                  <a:lnTo>
                    <a:pt x="1878571" y="9525"/>
                  </a:lnTo>
                  <a:lnTo>
                    <a:pt x="1878571" y="0"/>
                  </a:lnTo>
                  <a:close/>
                </a:path>
                <a:path h="762000" w="3305175">
                  <a:moveTo>
                    <a:pt x="1910499" y="752475"/>
                  </a:moveTo>
                  <a:lnTo>
                    <a:pt x="1881924" y="752475"/>
                  </a:lnTo>
                  <a:lnTo>
                    <a:pt x="1881924" y="762000"/>
                  </a:lnTo>
                  <a:lnTo>
                    <a:pt x="1910499" y="762000"/>
                  </a:lnTo>
                  <a:lnTo>
                    <a:pt x="1910499" y="752475"/>
                  </a:lnTo>
                  <a:close/>
                </a:path>
                <a:path h="762000" w="3305175">
                  <a:moveTo>
                    <a:pt x="1926259" y="0"/>
                  </a:moveTo>
                  <a:lnTo>
                    <a:pt x="1897684" y="0"/>
                  </a:lnTo>
                  <a:lnTo>
                    <a:pt x="1897684" y="9525"/>
                  </a:lnTo>
                  <a:lnTo>
                    <a:pt x="1926259" y="9525"/>
                  </a:lnTo>
                  <a:lnTo>
                    <a:pt x="1926259" y="0"/>
                  </a:lnTo>
                  <a:close/>
                </a:path>
                <a:path h="762000" w="3305175">
                  <a:moveTo>
                    <a:pt x="1958187" y="752475"/>
                  </a:moveTo>
                  <a:lnTo>
                    <a:pt x="1929612" y="752475"/>
                  </a:lnTo>
                  <a:lnTo>
                    <a:pt x="1929612" y="762000"/>
                  </a:lnTo>
                  <a:lnTo>
                    <a:pt x="1958187" y="762000"/>
                  </a:lnTo>
                  <a:lnTo>
                    <a:pt x="1958187" y="752475"/>
                  </a:lnTo>
                  <a:close/>
                </a:path>
                <a:path h="762000" w="3305175">
                  <a:moveTo>
                    <a:pt x="1973935" y="0"/>
                  </a:moveTo>
                  <a:lnTo>
                    <a:pt x="1945360" y="0"/>
                  </a:lnTo>
                  <a:lnTo>
                    <a:pt x="1945360" y="9525"/>
                  </a:lnTo>
                  <a:lnTo>
                    <a:pt x="1973935" y="9525"/>
                  </a:lnTo>
                  <a:lnTo>
                    <a:pt x="1973935" y="0"/>
                  </a:lnTo>
                  <a:close/>
                </a:path>
                <a:path h="762000" w="3305175">
                  <a:moveTo>
                    <a:pt x="2005863" y="752475"/>
                  </a:moveTo>
                  <a:lnTo>
                    <a:pt x="1977288" y="752475"/>
                  </a:lnTo>
                  <a:lnTo>
                    <a:pt x="1977288" y="762000"/>
                  </a:lnTo>
                  <a:lnTo>
                    <a:pt x="2005863" y="762000"/>
                  </a:lnTo>
                  <a:lnTo>
                    <a:pt x="2005863" y="752475"/>
                  </a:lnTo>
                  <a:close/>
                </a:path>
                <a:path h="762000" w="3305175">
                  <a:moveTo>
                    <a:pt x="2021611" y="0"/>
                  </a:moveTo>
                  <a:lnTo>
                    <a:pt x="1993036" y="0"/>
                  </a:lnTo>
                  <a:lnTo>
                    <a:pt x="1993036" y="9525"/>
                  </a:lnTo>
                  <a:lnTo>
                    <a:pt x="2021611" y="9525"/>
                  </a:lnTo>
                  <a:lnTo>
                    <a:pt x="2021611" y="0"/>
                  </a:lnTo>
                  <a:close/>
                </a:path>
                <a:path h="762000" w="3305175">
                  <a:moveTo>
                    <a:pt x="2053551" y="752475"/>
                  </a:moveTo>
                  <a:lnTo>
                    <a:pt x="2024976" y="752475"/>
                  </a:lnTo>
                  <a:lnTo>
                    <a:pt x="2024976" y="762000"/>
                  </a:lnTo>
                  <a:lnTo>
                    <a:pt x="2053551" y="762000"/>
                  </a:lnTo>
                  <a:lnTo>
                    <a:pt x="2053551" y="752475"/>
                  </a:lnTo>
                  <a:close/>
                </a:path>
                <a:path h="762000" w="3305175">
                  <a:moveTo>
                    <a:pt x="2069299" y="0"/>
                  </a:moveTo>
                  <a:lnTo>
                    <a:pt x="2040724" y="0"/>
                  </a:lnTo>
                  <a:lnTo>
                    <a:pt x="2040724" y="9525"/>
                  </a:lnTo>
                  <a:lnTo>
                    <a:pt x="2069299" y="9525"/>
                  </a:lnTo>
                  <a:lnTo>
                    <a:pt x="2069299" y="0"/>
                  </a:lnTo>
                  <a:close/>
                </a:path>
                <a:path h="762000" w="3305175">
                  <a:moveTo>
                    <a:pt x="2101227" y="752475"/>
                  </a:moveTo>
                  <a:lnTo>
                    <a:pt x="2072652" y="752475"/>
                  </a:lnTo>
                  <a:lnTo>
                    <a:pt x="2072652" y="762000"/>
                  </a:lnTo>
                  <a:lnTo>
                    <a:pt x="2101227" y="762000"/>
                  </a:lnTo>
                  <a:lnTo>
                    <a:pt x="2101227" y="752475"/>
                  </a:lnTo>
                  <a:close/>
                </a:path>
                <a:path h="762000" w="3305175">
                  <a:moveTo>
                    <a:pt x="2116975" y="0"/>
                  </a:moveTo>
                  <a:lnTo>
                    <a:pt x="2088400" y="0"/>
                  </a:lnTo>
                  <a:lnTo>
                    <a:pt x="2088400" y="9525"/>
                  </a:lnTo>
                  <a:lnTo>
                    <a:pt x="2116975" y="9525"/>
                  </a:lnTo>
                  <a:lnTo>
                    <a:pt x="2116975" y="0"/>
                  </a:lnTo>
                  <a:close/>
                </a:path>
                <a:path h="762000" w="3305175">
                  <a:moveTo>
                    <a:pt x="2148916" y="752475"/>
                  </a:moveTo>
                  <a:lnTo>
                    <a:pt x="2120341" y="752475"/>
                  </a:lnTo>
                  <a:lnTo>
                    <a:pt x="2120341" y="762000"/>
                  </a:lnTo>
                  <a:lnTo>
                    <a:pt x="2148916" y="762000"/>
                  </a:lnTo>
                  <a:lnTo>
                    <a:pt x="2148916" y="752475"/>
                  </a:lnTo>
                  <a:close/>
                </a:path>
                <a:path h="762000" w="3305175">
                  <a:moveTo>
                    <a:pt x="2164664" y="0"/>
                  </a:moveTo>
                  <a:lnTo>
                    <a:pt x="2136089" y="0"/>
                  </a:lnTo>
                  <a:lnTo>
                    <a:pt x="2136089" y="9525"/>
                  </a:lnTo>
                  <a:lnTo>
                    <a:pt x="2164664" y="9525"/>
                  </a:lnTo>
                  <a:lnTo>
                    <a:pt x="2164664" y="0"/>
                  </a:lnTo>
                  <a:close/>
                </a:path>
                <a:path h="762000" w="3305175">
                  <a:moveTo>
                    <a:pt x="2196592" y="752475"/>
                  </a:moveTo>
                  <a:lnTo>
                    <a:pt x="2168017" y="752475"/>
                  </a:lnTo>
                  <a:lnTo>
                    <a:pt x="2168017" y="762000"/>
                  </a:lnTo>
                  <a:lnTo>
                    <a:pt x="2196592" y="762000"/>
                  </a:lnTo>
                  <a:lnTo>
                    <a:pt x="2196592" y="752475"/>
                  </a:lnTo>
                  <a:close/>
                </a:path>
                <a:path h="762000" w="3305175">
                  <a:moveTo>
                    <a:pt x="2212340" y="0"/>
                  </a:moveTo>
                  <a:lnTo>
                    <a:pt x="2183765" y="0"/>
                  </a:lnTo>
                  <a:lnTo>
                    <a:pt x="2183765" y="9525"/>
                  </a:lnTo>
                  <a:lnTo>
                    <a:pt x="2212340" y="9525"/>
                  </a:lnTo>
                  <a:lnTo>
                    <a:pt x="2212340" y="0"/>
                  </a:lnTo>
                  <a:close/>
                </a:path>
                <a:path h="762000" w="3305175">
                  <a:moveTo>
                    <a:pt x="2244267" y="752475"/>
                  </a:moveTo>
                  <a:lnTo>
                    <a:pt x="2215692" y="752475"/>
                  </a:lnTo>
                  <a:lnTo>
                    <a:pt x="2215692" y="762000"/>
                  </a:lnTo>
                  <a:lnTo>
                    <a:pt x="2244267" y="762000"/>
                  </a:lnTo>
                  <a:lnTo>
                    <a:pt x="2244267" y="752475"/>
                  </a:lnTo>
                  <a:close/>
                </a:path>
                <a:path h="762000" w="3305175">
                  <a:moveTo>
                    <a:pt x="2260028" y="0"/>
                  </a:moveTo>
                  <a:lnTo>
                    <a:pt x="2231453" y="0"/>
                  </a:lnTo>
                  <a:lnTo>
                    <a:pt x="2231453" y="9525"/>
                  </a:lnTo>
                  <a:lnTo>
                    <a:pt x="2260028" y="9525"/>
                  </a:lnTo>
                  <a:lnTo>
                    <a:pt x="2260028" y="0"/>
                  </a:lnTo>
                  <a:close/>
                </a:path>
                <a:path h="762000" w="3305175">
                  <a:moveTo>
                    <a:pt x="2291956" y="752475"/>
                  </a:moveTo>
                  <a:lnTo>
                    <a:pt x="2263381" y="752475"/>
                  </a:lnTo>
                  <a:lnTo>
                    <a:pt x="2263381" y="762000"/>
                  </a:lnTo>
                  <a:lnTo>
                    <a:pt x="2291956" y="762000"/>
                  </a:lnTo>
                  <a:lnTo>
                    <a:pt x="2291956" y="752475"/>
                  </a:lnTo>
                  <a:close/>
                </a:path>
                <a:path h="762000" w="3305175">
                  <a:moveTo>
                    <a:pt x="2307704" y="0"/>
                  </a:moveTo>
                  <a:lnTo>
                    <a:pt x="2279129" y="0"/>
                  </a:lnTo>
                  <a:lnTo>
                    <a:pt x="2279129" y="9525"/>
                  </a:lnTo>
                  <a:lnTo>
                    <a:pt x="2307704" y="9525"/>
                  </a:lnTo>
                  <a:lnTo>
                    <a:pt x="2307704" y="0"/>
                  </a:lnTo>
                  <a:close/>
                </a:path>
                <a:path h="762000" w="3305175">
                  <a:moveTo>
                    <a:pt x="2339632" y="752475"/>
                  </a:moveTo>
                  <a:lnTo>
                    <a:pt x="2311057" y="752475"/>
                  </a:lnTo>
                  <a:lnTo>
                    <a:pt x="2311057" y="762000"/>
                  </a:lnTo>
                  <a:lnTo>
                    <a:pt x="2339632" y="762000"/>
                  </a:lnTo>
                  <a:lnTo>
                    <a:pt x="2339632" y="752475"/>
                  </a:lnTo>
                  <a:close/>
                </a:path>
                <a:path h="762000" w="3305175">
                  <a:moveTo>
                    <a:pt x="2355380" y="0"/>
                  </a:moveTo>
                  <a:lnTo>
                    <a:pt x="2326805" y="0"/>
                  </a:lnTo>
                  <a:lnTo>
                    <a:pt x="2326805" y="9525"/>
                  </a:lnTo>
                  <a:lnTo>
                    <a:pt x="2355380" y="9525"/>
                  </a:lnTo>
                  <a:lnTo>
                    <a:pt x="2355380" y="0"/>
                  </a:lnTo>
                  <a:close/>
                </a:path>
                <a:path h="762000" w="3305175">
                  <a:moveTo>
                    <a:pt x="2387320" y="752475"/>
                  </a:moveTo>
                  <a:lnTo>
                    <a:pt x="2358745" y="752475"/>
                  </a:lnTo>
                  <a:lnTo>
                    <a:pt x="2358745" y="762000"/>
                  </a:lnTo>
                  <a:lnTo>
                    <a:pt x="2387320" y="762000"/>
                  </a:lnTo>
                  <a:lnTo>
                    <a:pt x="2387320" y="752475"/>
                  </a:lnTo>
                  <a:close/>
                </a:path>
                <a:path h="762000" w="3305175">
                  <a:moveTo>
                    <a:pt x="2403068" y="0"/>
                  </a:moveTo>
                  <a:lnTo>
                    <a:pt x="2374493" y="0"/>
                  </a:lnTo>
                  <a:lnTo>
                    <a:pt x="2374493" y="9525"/>
                  </a:lnTo>
                  <a:lnTo>
                    <a:pt x="2403068" y="9525"/>
                  </a:lnTo>
                  <a:lnTo>
                    <a:pt x="2403068" y="0"/>
                  </a:lnTo>
                  <a:close/>
                </a:path>
                <a:path h="762000" w="3305175">
                  <a:moveTo>
                    <a:pt x="2434996" y="752475"/>
                  </a:moveTo>
                  <a:lnTo>
                    <a:pt x="2406421" y="752475"/>
                  </a:lnTo>
                  <a:lnTo>
                    <a:pt x="2406421" y="762000"/>
                  </a:lnTo>
                  <a:lnTo>
                    <a:pt x="2434996" y="762000"/>
                  </a:lnTo>
                  <a:lnTo>
                    <a:pt x="2434996" y="752475"/>
                  </a:lnTo>
                  <a:close/>
                </a:path>
                <a:path h="762000" w="3305175">
                  <a:moveTo>
                    <a:pt x="2450744" y="0"/>
                  </a:moveTo>
                  <a:lnTo>
                    <a:pt x="2422169" y="0"/>
                  </a:lnTo>
                  <a:lnTo>
                    <a:pt x="2422169" y="9525"/>
                  </a:lnTo>
                  <a:lnTo>
                    <a:pt x="2450744" y="9525"/>
                  </a:lnTo>
                  <a:lnTo>
                    <a:pt x="2450744" y="0"/>
                  </a:lnTo>
                  <a:close/>
                </a:path>
                <a:path h="762000" w="3305175">
                  <a:moveTo>
                    <a:pt x="2482685" y="752475"/>
                  </a:moveTo>
                  <a:lnTo>
                    <a:pt x="2454110" y="752475"/>
                  </a:lnTo>
                  <a:lnTo>
                    <a:pt x="2454110" y="762000"/>
                  </a:lnTo>
                  <a:lnTo>
                    <a:pt x="2482685" y="762000"/>
                  </a:lnTo>
                  <a:lnTo>
                    <a:pt x="2482685" y="752475"/>
                  </a:lnTo>
                  <a:close/>
                </a:path>
                <a:path h="762000" w="3305175">
                  <a:moveTo>
                    <a:pt x="2498433" y="0"/>
                  </a:moveTo>
                  <a:lnTo>
                    <a:pt x="2469858" y="0"/>
                  </a:lnTo>
                  <a:lnTo>
                    <a:pt x="2469858" y="9525"/>
                  </a:lnTo>
                  <a:lnTo>
                    <a:pt x="2498433" y="9525"/>
                  </a:lnTo>
                  <a:lnTo>
                    <a:pt x="2498433" y="0"/>
                  </a:lnTo>
                  <a:close/>
                </a:path>
                <a:path h="762000" w="3305175">
                  <a:moveTo>
                    <a:pt x="2530360" y="752475"/>
                  </a:moveTo>
                  <a:lnTo>
                    <a:pt x="2501785" y="752475"/>
                  </a:lnTo>
                  <a:lnTo>
                    <a:pt x="2501785" y="762000"/>
                  </a:lnTo>
                  <a:lnTo>
                    <a:pt x="2530360" y="762000"/>
                  </a:lnTo>
                  <a:lnTo>
                    <a:pt x="2530360" y="752475"/>
                  </a:lnTo>
                  <a:close/>
                </a:path>
                <a:path h="762000" w="3305175">
                  <a:moveTo>
                    <a:pt x="2546108" y="0"/>
                  </a:moveTo>
                  <a:lnTo>
                    <a:pt x="2517533" y="0"/>
                  </a:lnTo>
                  <a:lnTo>
                    <a:pt x="2517533" y="9525"/>
                  </a:lnTo>
                  <a:lnTo>
                    <a:pt x="2546108" y="9525"/>
                  </a:lnTo>
                  <a:lnTo>
                    <a:pt x="2546108" y="0"/>
                  </a:lnTo>
                  <a:close/>
                </a:path>
                <a:path h="762000" w="3305175">
                  <a:moveTo>
                    <a:pt x="2578036" y="752475"/>
                  </a:moveTo>
                  <a:lnTo>
                    <a:pt x="2549461" y="752475"/>
                  </a:lnTo>
                  <a:lnTo>
                    <a:pt x="2549461" y="762000"/>
                  </a:lnTo>
                  <a:lnTo>
                    <a:pt x="2578036" y="762000"/>
                  </a:lnTo>
                  <a:lnTo>
                    <a:pt x="2578036" y="752475"/>
                  </a:lnTo>
                  <a:close/>
                </a:path>
                <a:path h="762000" w="3305175">
                  <a:moveTo>
                    <a:pt x="2593797" y="0"/>
                  </a:moveTo>
                  <a:lnTo>
                    <a:pt x="2565222" y="0"/>
                  </a:lnTo>
                  <a:lnTo>
                    <a:pt x="2565222" y="9525"/>
                  </a:lnTo>
                  <a:lnTo>
                    <a:pt x="2593797" y="9525"/>
                  </a:lnTo>
                  <a:lnTo>
                    <a:pt x="2593797" y="0"/>
                  </a:lnTo>
                  <a:close/>
                </a:path>
                <a:path h="762000" w="3305175">
                  <a:moveTo>
                    <a:pt x="2625725" y="752475"/>
                  </a:moveTo>
                  <a:lnTo>
                    <a:pt x="2597150" y="752475"/>
                  </a:lnTo>
                  <a:lnTo>
                    <a:pt x="2597150" y="762000"/>
                  </a:lnTo>
                  <a:lnTo>
                    <a:pt x="2625725" y="762000"/>
                  </a:lnTo>
                  <a:lnTo>
                    <a:pt x="2625725" y="752475"/>
                  </a:lnTo>
                  <a:close/>
                </a:path>
                <a:path h="762000" w="3305175">
                  <a:moveTo>
                    <a:pt x="2641473" y="0"/>
                  </a:moveTo>
                  <a:lnTo>
                    <a:pt x="2612898" y="0"/>
                  </a:lnTo>
                  <a:lnTo>
                    <a:pt x="2612898" y="9525"/>
                  </a:lnTo>
                  <a:lnTo>
                    <a:pt x="2641473" y="9525"/>
                  </a:lnTo>
                  <a:lnTo>
                    <a:pt x="2641473" y="0"/>
                  </a:lnTo>
                  <a:close/>
                </a:path>
                <a:path h="762000" w="3305175">
                  <a:moveTo>
                    <a:pt x="2673400" y="752475"/>
                  </a:moveTo>
                  <a:lnTo>
                    <a:pt x="2644825" y="752475"/>
                  </a:lnTo>
                  <a:lnTo>
                    <a:pt x="2644825" y="762000"/>
                  </a:lnTo>
                  <a:lnTo>
                    <a:pt x="2673400" y="762000"/>
                  </a:lnTo>
                  <a:lnTo>
                    <a:pt x="2673400" y="752475"/>
                  </a:lnTo>
                  <a:close/>
                </a:path>
                <a:path h="762000" w="3305175">
                  <a:moveTo>
                    <a:pt x="2689161" y="0"/>
                  </a:moveTo>
                  <a:lnTo>
                    <a:pt x="2660586" y="0"/>
                  </a:lnTo>
                  <a:lnTo>
                    <a:pt x="2660586" y="9525"/>
                  </a:lnTo>
                  <a:lnTo>
                    <a:pt x="2689161" y="9525"/>
                  </a:lnTo>
                  <a:lnTo>
                    <a:pt x="2689161" y="0"/>
                  </a:lnTo>
                  <a:close/>
                </a:path>
                <a:path h="762000" w="3305175">
                  <a:moveTo>
                    <a:pt x="2721089" y="752475"/>
                  </a:moveTo>
                  <a:lnTo>
                    <a:pt x="2692514" y="752475"/>
                  </a:lnTo>
                  <a:lnTo>
                    <a:pt x="2692514" y="762000"/>
                  </a:lnTo>
                  <a:lnTo>
                    <a:pt x="2721089" y="762000"/>
                  </a:lnTo>
                  <a:lnTo>
                    <a:pt x="2721089" y="752475"/>
                  </a:lnTo>
                  <a:close/>
                </a:path>
                <a:path h="762000" w="3305175">
                  <a:moveTo>
                    <a:pt x="2736837" y="0"/>
                  </a:moveTo>
                  <a:lnTo>
                    <a:pt x="2708262" y="0"/>
                  </a:lnTo>
                  <a:lnTo>
                    <a:pt x="2708262" y="9525"/>
                  </a:lnTo>
                  <a:lnTo>
                    <a:pt x="2736837" y="9525"/>
                  </a:lnTo>
                  <a:lnTo>
                    <a:pt x="2736837" y="0"/>
                  </a:lnTo>
                  <a:close/>
                </a:path>
                <a:path h="762000" w="3305175">
                  <a:moveTo>
                    <a:pt x="2768765" y="752475"/>
                  </a:moveTo>
                  <a:lnTo>
                    <a:pt x="2740190" y="752475"/>
                  </a:lnTo>
                  <a:lnTo>
                    <a:pt x="2740190" y="762000"/>
                  </a:lnTo>
                  <a:lnTo>
                    <a:pt x="2768765" y="762000"/>
                  </a:lnTo>
                  <a:lnTo>
                    <a:pt x="2768765" y="752475"/>
                  </a:lnTo>
                  <a:close/>
                </a:path>
                <a:path h="762000" w="3305175">
                  <a:moveTo>
                    <a:pt x="2784513" y="0"/>
                  </a:moveTo>
                  <a:lnTo>
                    <a:pt x="2755938" y="0"/>
                  </a:lnTo>
                  <a:lnTo>
                    <a:pt x="2755938" y="9525"/>
                  </a:lnTo>
                  <a:lnTo>
                    <a:pt x="2784513" y="9525"/>
                  </a:lnTo>
                  <a:lnTo>
                    <a:pt x="2784513" y="0"/>
                  </a:lnTo>
                  <a:close/>
                </a:path>
                <a:path h="762000" w="3305175">
                  <a:moveTo>
                    <a:pt x="2816453" y="752475"/>
                  </a:moveTo>
                  <a:lnTo>
                    <a:pt x="2787878" y="752475"/>
                  </a:lnTo>
                  <a:lnTo>
                    <a:pt x="2787878" y="762000"/>
                  </a:lnTo>
                  <a:lnTo>
                    <a:pt x="2816453" y="762000"/>
                  </a:lnTo>
                  <a:lnTo>
                    <a:pt x="2816453" y="752475"/>
                  </a:lnTo>
                  <a:close/>
                </a:path>
                <a:path h="762000" w="3305175">
                  <a:moveTo>
                    <a:pt x="2832201" y="0"/>
                  </a:moveTo>
                  <a:lnTo>
                    <a:pt x="2803626" y="0"/>
                  </a:lnTo>
                  <a:lnTo>
                    <a:pt x="2803626" y="9525"/>
                  </a:lnTo>
                  <a:lnTo>
                    <a:pt x="2832201" y="9525"/>
                  </a:lnTo>
                  <a:lnTo>
                    <a:pt x="2832201" y="0"/>
                  </a:lnTo>
                  <a:close/>
                </a:path>
                <a:path h="762000" w="3305175">
                  <a:moveTo>
                    <a:pt x="2864129" y="752475"/>
                  </a:moveTo>
                  <a:lnTo>
                    <a:pt x="2835554" y="752475"/>
                  </a:lnTo>
                  <a:lnTo>
                    <a:pt x="2835554" y="762000"/>
                  </a:lnTo>
                  <a:lnTo>
                    <a:pt x="2864129" y="762000"/>
                  </a:lnTo>
                  <a:lnTo>
                    <a:pt x="2864129" y="752475"/>
                  </a:lnTo>
                  <a:close/>
                </a:path>
                <a:path h="762000" w="3305175">
                  <a:moveTo>
                    <a:pt x="2879877" y="0"/>
                  </a:moveTo>
                  <a:lnTo>
                    <a:pt x="2851302" y="0"/>
                  </a:lnTo>
                  <a:lnTo>
                    <a:pt x="2851302" y="9525"/>
                  </a:lnTo>
                  <a:lnTo>
                    <a:pt x="2879877" y="9525"/>
                  </a:lnTo>
                  <a:lnTo>
                    <a:pt x="2879877" y="0"/>
                  </a:lnTo>
                  <a:close/>
                </a:path>
                <a:path h="762000" w="3305175">
                  <a:moveTo>
                    <a:pt x="2911818" y="752475"/>
                  </a:moveTo>
                  <a:lnTo>
                    <a:pt x="2883243" y="752475"/>
                  </a:lnTo>
                  <a:lnTo>
                    <a:pt x="2883243" y="762000"/>
                  </a:lnTo>
                  <a:lnTo>
                    <a:pt x="2911818" y="762000"/>
                  </a:lnTo>
                  <a:lnTo>
                    <a:pt x="2911818" y="752475"/>
                  </a:lnTo>
                  <a:close/>
                </a:path>
                <a:path h="762000" w="3305175">
                  <a:moveTo>
                    <a:pt x="2927566" y="0"/>
                  </a:moveTo>
                  <a:lnTo>
                    <a:pt x="2898991" y="0"/>
                  </a:lnTo>
                  <a:lnTo>
                    <a:pt x="2898991" y="9525"/>
                  </a:lnTo>
                  <a:lnTo>
                    <a:pt x="2927566" y="9525"/>
                  </a:lnTo>
                  <a:lnTo>
                    <a:pt x="2927566" y="0"/>
                  </a:lnTo>
                  <a:close/>
                </a:path>
                <a:path h="762000" w="3305175">
                  <a:moveTo>
                    <a:pt x="2959493" y="752475"/>
                  </a:moveTo>
                  <a:lnTo>
                    <a:pt x="2930918" y="752475"/>
                  </a:lnTo>
                  <a:lnTo>
                    <a:pt x="2930918" y="762000"/>
                  </a:lnTo>
                  <a:lnTo>
                    <a:pt x="2959493" y="762000"/>
                  </a:lnTo>
                  <a:lnTo>
                    <a:pt x="2959493" y="752475"/>
                  </a:lnTo>
                  <a:close/>
                </a:path>
                <a:path h="762000" w="3305175">
                  <a:moveTo>
                    <a:pt x="2975241" y="0"/>
                  </a:moveTo>
                  <a:lnTo>
                    <a:pt x="2946666" y="0"/>
                  </a:lnTo>
                  <a:lnTo>
                    <a:pt x="2946666" y="9525"/>
                  </a:lnTo>
                  <a:lnTo>
                    <a:pt x="2975241" y="9525"/>
                  </a:lnTo>
                  <a:lnTo>
                    <a:pt x="2975241" y="0"/>
                  </a:lnTo>
                  <a:close/>
                </a:path>
                <a:path h="762000" w="3305175">
                  <a:moveTo>
                    <a:pt x="3007169" y="752475"/>
                  </a:moveTo>
                  <a:lnTo>
                    <a:pt x="2978594" y="752475"/>
                  </a:lnTo>
                  <a:lnTo>
                    <a:pt x="2978594" y="762000"/>
                  </a:lnTo>
                  <a:lnTo>
                    <a:pt x="3007169" y="762000"/>
                  </a:lnTo>
                  <a:lnTo>
                    <a:pt x="3007169" y="752475"/>
                  </a:lnTo>
                  <a:close/>
                </a:path>
                <a:path h="762000" w="3305175">
                  <a:moveTo>
                    <a:pt x="3022930" y="0"/>
                  </a:moveTo>
                  <a:lnTo>
                    <a:pt x="2994355" y="0"/>
                  </a:lnTo>
                  <a:lnTo>
                    <a:pt x="2994355" y="9525"/>
                  </a:lnTo>
                  <a:lnTo>
                    <a:pt x="3022930" y="9525"/>
                  </a:lnTo>
                  <a:lnTo>
                    <a:pt x="3022930" y="0"/>
                  </a:lnTo>
                  <a:close/>
                </a:path>
                <a:path h="762000" w="3305175">
                  <a:moveTo>
                    <a:pt x="3054858" y="752475"/>
                  </a:moveTo>
                  <a:lnTo>
                    <a:pt x="3026283" y="752475"/>
                  </a:lnTo>
                  <a:lnTo>
                    <a:pt x="3026283" y="762000"/>
                  </a:lnTo>
                  <a:lnTo>
                    <a:pt x="3054858" y="762000"/>
                  </a:lnTo>
                  <a:lnTo>
                    <a:pt x="3054858" y="752475"/>
                  </a:lnTo>
                  <a:close/>
                </a:path>
                <a:path h="762000" w="3305175">
                  <a:moveTo>
                    <a:pt x="3070606" y="0"/>
                  </a:moveTo>
                  <a:lnTo>
                    <a:pt x="3042031" y="0"/>
                  </a:lnTo>
                  <a:lnTo>
                    <a:pt x="3042031" y="9525"/>
                  </a:lnTo>
                  <a:lnTo>
                    <a:pt x="3070606" y="9525"/>
                  </a:lnTo>
                  <a:lnTo>
                    <a:pt x="3070606" y="0"/>
                  </a:lnTo>
                  <a:close/>
                </a:path>
                <a:path h="762000" w="3305175">
                  <a:moveTo>
                    <a:pt x="3102533" y="752475"/>
                  </a:moveTo>
                  <a:lnTo>
                    <a:pt x="3073958" y="752475"/>
                  </a:lnTo>
                  <a:lnTo>
                    <a:pt x="3073958" y="762000"/>
                  </a:lnTo>
                  <a:lnTo>
                    <a:pt x="3102533" y="762000"/>
                  </a:lnTo>
                  <a:lnTo>
                    <a:pt x="3102533" y="752475"/>
                  </a:lnTo>
                  <a:close/>
                </a:path>
                <a:path h="762000" w="3305175">
                  <a:moveTo>
                    <a:pt x="3118281" y="0"/>
                  </a:moveTo>
                  <a:lnTo>
                    <a:pt x="3089706" y="0"/>
                  </a:lnTo>
                  <a:lnTo>
                    <a:pt x="3089706" y="9525"/>
                  </a:lnTo>
                  <a:lnTo>
                    <a:pt x="3118281" y="9525"/>
                  </a:lnTo>
                  <a:lnTo>
                    <a:pt x="3118281" y="0"/>
                  </a:lnTo>
                  <a:close/>
                </a:path>
                <a:path h="762000" w="3305175">
                  <a:moveTo>
                    <a:pt x="3150222" y="752475"/>
                  </a:moveTo>
                  <a:lnTo>
                    <a:pt x="3121647" y="752475"/>
                  </a:lnTo>
                  <a:lnTo>
                    <a:pt x="3121647" y="762000"/>
                  </a:lnTo>
                  <a:lnTo>
                    <a:pt x="3150222" y="762000"/>
                  </a:lnTo>
                  <a:lnTo>
                    <a:pt x="3150222" y="752475"/>
                  </a:lnTo>
                  <a:close/>
                </a:path>
                <a:path h="762000" w="3305175">
                  <a:moveTo>
                    <a:pt x="3165970" y="0"/>
                  </a:moveTo>
                  <a:lnTo>
                    <a:pt x="3137395" y="0"/>
                  </a:lnTo>
                  <a:lnTo>
                    <a:pt x="3137395" y="9525"/>
                  </a:lnTo>
                  <a:lnTo>
                    <a:pt x="3165970" y="9525"/>
                  </a:lnTo>
                  <a:lnTo>
                    <a:pt x="3165970" y="0"/>
                  </a:lnTo>
                  <a:close/>
                </a:path>
                <a:path h="762000" w="3305175">
                  <a:moveTo>
                    <a:pt x="3197898" y="752475"/>
                  </a:moveTo>
                  <a:lnTo>
                    <a:pt x="3169323" y="752475"/>
                  </a:lnTo>
                  <a:lnTo>
                    <a:pt x="3169323" y="762000"/>
                  </a:lnTo>
                  <a:lnTo>
                    <a:pt x="3197898" y="762000"/>
                  </a:lnTo>
                  <a:lnTo>
                    <a:pt x="3197898" y="752475"/>
                  </a:lnTo>
                  <a:close/>
                </a:path>
                <a:path h="762000" w="3305175">
                  <a:moveTo>
                    <a:pt x="3213646" y="0"/>
                  </a:moveTo>
                  <a:lnTo>
                    <a:pt x="3185071" y="0"/>
                  </a:lnTo>
                  <a:lnTo>
                    <a:pt x="3185071" y="9525"/>
                  </a:lnTo>
                  <a:lnTo>
                    <a:pt x="3213646" y="9525"/>
                  </a:lnTo>
                  <a:lnTo>
                    <a:pt x="3213646" y="0"/>
                  </a:lnTo>
                  <a:close/>
                </a:path>
                <a:path h="762000" w="3305175">
                  <a:moveTo>
                    <a:pt x="3245586" y="752475"/>
                  </a:moveTo>
                  <a:lnTo>
                    <a:pt x="3217011" y="752475"/>
                  </a:lnTo>
                  <a:lnTo>
                    <a:pt x="3217011" y="762000"/>
                  </a:lnTo>
                  <a:lnTo>
                    <a:pt x="3245586" y="762000"/>
                  </a:lnTo>
                  <a:lnTo>
                    <a:pt x="3245586" y="752475"/>
                  </a:lnTo>
                  <a:close/>
                </a:path>
                <a:path h="762000" w="3305175">
                  <a:moveTo>
                    <a:pt x="3261334" y="0"/>
                  </a:moveTo>
                  <a:lnTo>
                    <a:pt x="3232759" y="0"/>
                  </a:lnTo>
                  <a:lnTo>
                    <a:pt x="3232759" y="9525"/>
                  </a:lnTo>
                  <a:lnTo>
                    <a:pt x="3261334" y="9525"/>
                  </a:lnTo>
                  <a:lnTo>
                    <a:pt x="3261334" y="0"/>
                  </a:lnTo>
                  <a:close/>
                </a:path>
                <a:path h="762000" w="3305175">
                  <a:moveTo>
                    <a:pt x="3291548" y="752906"/>
                  </a:moveTo>
                  <a:lnTo>
                    <a:pt x="3285579" y="745820"/>
                  </a:lnTo>
                  <a:lnTo>
                    <a:pt x="3281705" y="749693"/>
                  </a:lnTo>
                  <a:lnTo>
                    <a:pt x="3274974" y="752475"/>
                  </a:lnTo>
                  <a:lnTo>
                    <a:pt x="3264687" y="752475"/>
                  </a:lnTo>
                  <a:lnTo>
                    <a:pt x="3264687" y="762000"/>
                  </a:lnTo>
                  <a:lnTo>
                    <a:pt x="3267075" y="762000"/>
                  </a:lnTo>
                  <a:lnTo>
                    <a:pt x="3274682" y="761314"/>
                  </a:lnTo>
                  <a:lnTo>
                    <a:pt x="3281705" y="759218"/>
                  </a:lnTo>
                  <a:lnTo>
                    <a:pt x="3288157" y="755726"/>
                  </a:lnTo>
                  <a:lnTo>
                    <a:pt x="3291548" y="752906"/>
                  </a:lnTo>
                  <a:close/>
                </a:path>
                <a:path h="762000" w="3305175">
                  <a:moveTo>
                    <a:pt x="3301771" y="22339"/>
                  </a:moveTo>
                  <a:lnTo>
                    <a:pt x="3279914" y="2260"/>
                  </a:lnTo>
                  <a:lnTo>
                    <a:pt x="3277006" y="10375"/>
                  </a:lnTo>
                  <a:lnTo>
                    <a:pt x="3281705" y="12319"/>
                  </a:lnTo>
                  <a:lnTo>
                    <a:pt x="3287230" y="17957"/>
                  </a:lnTo>
                  <a:lnTo>
                    <a:pt x="3288995" y="19608"/>
                  </a:lnTo>
                  <a:lnTo>
                    <a:pt x="3292868" y="23482"/>
                  </a:lnTo>
                  <a:lnTo>
                    <a:pt x="3293884" y="25933"/>
                  </a:lnTo>
                  <a:lnTo>
                    <a:pt x="3301771" y="22339"/>
                  </a:lnTo>
                  <a:close/>
                </a:path>
                <a:path h="762000" w="3305175">
                  <a:moveTo>
                    <a:pt x="3305175" y="708367"/>
                  </a:moveTo>
                  <a:lnTo>
                    <a:pt x="3295650" y="708367"/>
                  </a:lnTo>
                  <a:lnTo>
                    <a:pt x="3295650" y="731799"/>
                  </a:lnTo>
                  <a:lnTo>
                    <a:pt x="3294913" y="733590"/>
                  </a:lnTo>
                  <a:lnTo>
                    <a:pt x="3303016" y="736422"/>
                  </a:lnTo>
                  <a:lnTo>
                    <a:pt x="3304489" y="731507"/>
                  </a:lnTo>
                  <a:lnTo>
                    <a:pt x="3305175" y="723900"/>
                  </a:lnTo>
                  <a:lnTo>
                    <a:pt x="3305175" y="708367"/>
                  </a:lnTo>
                  <a:close/>
                </a:path>
                <a:path h="762000" w="3305175">
                  <a:moveTo>
                    <a:pt x="3305175" y="660679"/>
                  </a:moveTo>
                  <a:lnTo>
                    <a:pt x="3295650" y="660679"/>
                  </a:lnTo>
                  <a:lnTo>
                    <a:pt x="3295650" y="689254"/>
                  </a:lnTo>
                  <a:lnTo>
                    <a:pt x="3305175" y="689254"/>
                  </a:lnTo>
                  <a:lnTo>
                    <a:pt x="3305175" y="660679"/>
                  </a:lnTo>
                  <a:close/>
                </a:path>
                <a:path h="762000" w="3305175">
                  <a:moveTo>
                    <a:pt x="3305175" y="613003"/>
                  </a:moveTo>
                  <a:lnTo>
                    <a:pt x="3295650" y="613003"/>
                  </a:lnTo>
                  <a:lnTo>
                    <a:pt x="3295650" y="641578"/>
                  </a:lnTo>
                  <a:lnTo>
                    <a:pt x="3305175" y="641578"/>
                  </a:lnTo>
                  <a:lnTo>
                    <a:pt x="3305175" y="613003"/>
                  </a:lnTo>
                  <a:close/>
                </a:path>
                <a:path h="762000" w="3305175">
                  <a:moveTo>
                    <a:pt x="3305175" y="565315"/>
                  </a:moveTo>
                  <a:lnTo>
                    <a:pt x="3295650" y="565315"/>
                  </a:lnTo>
                  <a:lnTo>
                    <a:pt x="3295650" y="593890"/>
                  </a:lnTo>
                  <a:lnTo>
                    <a:pt x="3305175" y="593890"/>
                  </a:lnTo>
                  <a:lnTo>
                    <a:pt x="3305175" y="565315"/>
                  </a:lnTo>
                  <a:close/>
                </a:path>
                <a:path h="762000" w="3305175">
                  <a:moveTo>
                    <a:pt x="3305175" y="517639"/>
                  </a:moveTo>
                  <a:lnTo>
                    <a:pt x="3295650" y="517639"/>
                  </a:lnTo>
                  <a:lnTo>
                    <a:pt x="3295650" y="546214"/>
                  </a:lnTo>
                  <a:lnTo>
                    <a:pt x="3305175" y="546214"/>
                  </a:lnTo>
                  <a:lnTo>
                    <a:pt x="3305175" y="517639"/>
                  </a:lnTo>
                  <a:close/>
                </a:path>
                <a:path h="762000" w="3305175">
                  <a:moveTo>
                    <a:pt x="3305175" y="469950"/>
                  </a:moveTo>
                  <a:lnTo>
                    <a:pt x="3295650" y="469950"/>
                  </a:lnTo>
                  <a:lnTo>
                    <a:pt x="3295650" y="498525"/>
                  </a:lnTo>
                  <a:lnTo>
                    <a:pt x="3305175" y="498525"/>
                  </a:lnTo>
                  <a:lnTo>
                    <a:pt x="3305175" y="469950"/>
                  </a:lnTo>
                  <a:close/>
                </a:path>
                <a:path h="762000" w="3305175">
                  <a:moveTo>
                    <a:pt x="3305175" y="422275"/>
                  </a:moveTo>
                  <a:lnTo>
                    <a:pt x="3295650" y="422275"/>
                  </a:lnTo>
                  <a:lnTo>
                    <a:pt x="3295650" y="450850"/>
                  </a:lnTo>
                  <a:lnTo>
                    <a:pt x="3305175" y="450850"/>
                  </a:lnTo>
                  <a:lnTo>
                    <a:pt x="3305175" y="422275"/>
                  </a:lnTo>
                  <a:close/>
                </a:path>
                <a:path h="762000" w="3305175">
                  <a:moveTo>
                    <a:pt x="3305175" y="374599"/>
                  </a:moveTo>
                  <a:lnTo>
                    <a:pt x="3295650" y="374599"/>
                  </a:lnTo>
                  <a:lnTo>
                    <a:pt x="3295650" y="403174"/>
                  </a:lnTo>
                  <a:lnTo>
                    <a:pt x="3305175" y="403174"/>
                  </a:lnTo>
                  <a:lnTo>
                    <a:pt x="3305175" y="374599"/>
                  </a:lnTo>
                  <a:close/>
                </a:path>
                <a:path h="762000" w="3305175">
                  <a:moveTo>
                    <a:pt x="3305175" y="326910"/>
                  </a:moveTo>
                  <a:lnTo>
                    <a:pt x="3295650" y="326910"/>
                  </a:lnTo>
                  <a:lnTo>
                    <a:pt x="3295650" y="355485"/>
                  </a:lnTo>
                  <a:lnTo>
                    <a:pt x="3305175" y="355485"/>
                  </a:lnTo>
                  <a:lnTo>
                    <a:pt x="3305175" y="326910"/>
                  </a:lnTo>
                  <a:close/>
                </a:path>
                <a:path h="762000" w="3305175">
                  <a:moveTo>
                    <a:pt x="3305175" y="279234"/>
                  </a:moveTo>
                  <a:lnTo>
                    <a:pt x="3295650" y="279234"/>
                  </a:lnTo>
                  <a:lnTo>
                    <a:pt x="3295650" y="307809"/>
                  </a:lnTo>
                  <a:lnTo>
                    <a:pt x="3305175" y="307809"/>
                  </a:lnTo>
                  <a:lnTo>
                    <a:pt x="3305175" y="279234"/>
                  </a:lnTo>
                  <a:close/>
                </a:path>
                <a:path h="762000" w="3305175">
                  <a:moveTo>
                    <a:pt x="3305175" y="231546"/>
                  </a:moveTo>
                  <a:lnTo>
                    <a:pt x="3295650" y="231546"/>
                  </a:lnTo>
                  <a:lnTo>
                    <a:pt x="3295650" y="260121"/>
                  </a:lnTo>
                  <a:lnTo>
                    <a:pt x="3305175" y="260121"/>
                  </a:lnTo>
                  <a:lnTo>
                    <a:pt x="3305175" y="231546"/>
                  </a:lnTo>
                  <a:close/>
                </a:path>
                <a:path h="762000" w="3305175">
                  <a:moveTo>
                    <a:pt x="3305175" y="183870"/>
                  </a:moveTo>
                  <a:lnTo>
                    <a:pt x="3295650" y="183870"/>
                  </a:lnTo>
                  <a:lnTo>
                    <a:pt x="3295650" y="212445"/>
                  </a:lnTo>
                  <a:lnTo>
                    <a:pt x="3305175" y="212445"/>
                  </a:lnTo>
                  <a:lnTo>
                    <a:pt x="3305175" y="183870"/>
                  </a:lnTo>
                  <a:close/>
                </a:path>
                <a:path h="762000" w="3305175">
                  <a:moveTo>
                    <a:pt x="3305175" y="136182"/>
                  </a:moveTo>
                  <a:lnTo>
                    <a:pt x="3295650" y="136182"/>
                  </a:lnTo>
                  <a:lnTo>
                    <a:pt x="3295650" y="164757"/>
                  </a:lnTo>
                  <a:lnTo>
                    <a:pt x="3305175" y="164757"/>
                  </a:lnTo>
                  <a:lnTo>
                    <a:pt x="3305175" y="136182"/>
                  </a:lnTo>
                  <a:close/>
                </a:path>
                <a:path h="762000" w="3305175">
                  <a:moveTo>
                    <a:pt x="3305175" y="88506"/>
                  </a:moveTo>
                  <a:lnTo>
                    <a:pt x="3295650" y="88506"/>
                  </a:lnTo>
                  <a:lnTo>
                    <a:pt x="3295650" y="117081"/>
                  </a:lnTo>
                  <a:lnTo>
                    <a:pt x="3305175" y="117081"/>
                  </a:lnTo>
                  <a:lnTo>
                    <a:pt x="3305175" y="88506"/>
                  </a:lnTo>
                  <a:close/>
                </a:path>
                <a:path h="762000" w="3305175">
                  <a:moveTo>
                    <a:pt x="3305175" y="40830"/>
                  </a:moveTo>
                  <a:lnTo>
                    <a:pt x="3295650" y="40830"/>
                  </a:lnTo>
                  <a:lnTo>
                    <a:pt x="3295650" y="69405"/>
                  </a:lnTo>
                  <a:lnTo>
                    <a:pt x="3305175" y="69405"/>
                  </a:lnTo>
                  <a:lnTo>
                    <a:pt x="3305175" y="40830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28" name="object 28"/>
            <p:cNvPicPr/>
            <p:nvPr/>
          </p:nvPicPr>
          <p:blipFill>
            <a:blip cstate="print" r:embed="rId4"/>
            <a:stretch>
              <a:fillRect/>
            </a:stretch>
          </p:blipFill>
          <p:spPr>
            <a:xfrm>
              <a:off x="4457699" y="1724024"/>
              <a:ext cx="380999" cy="380999"/>
            </a:xfrm>
            <a:prstGeom prst="rect">
              <a:avLst/>
            </a:prstGeom>
          </p:spPr>
        </p:pic>
      </p:grpSp>
      <p:sp>
        <p:nvSpPr>
          <p:cNvPr id="29" name="object 29"/>
          <p:cNvSpPr txBox="1"/>
          <p:nvPr/>
        </p:nvSpPr>
        <p:spPr>
          <a:xfrm>
            <a:off x="4388594" y="1787525"/>
            <a:ext cx="2081530" cy="94869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563880">
              <a:lnSpc>
                <a:spcPct val="100000"/>
              </a:lnSpc>
              <a:spcBef>
                <a:spcPts val="100"/>
              </a:spcBef>
            </a:pPr>
            <a:r>
              <a:rPr dirty="0" spc="-10" sz="1500">
                <a:solidFill>
                  <a:srgbClr val="0078D4"/>
                </a:solidFill>
                <a:latin typeface="Segoe UI"/>
                <a:cs typeface="Segoe UI"/>
              </a:rPr>
              <a:t>Nagios</a:t>
            </a:r>
            <a:endParaRPr sz="1500">
              <a:latin typeface="Segoe UI"/>
              <a:cs typeface="Segoe UI"/>
            </a:endParaRPr>
          </a:p>
          <a:p>
            <a:pPr indent="-137160" marL="259079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algn="l" pos="259079"/>
              </a:tabLst>
            </a:pPr>
            <a:r>
              <a:rPr dirty="0" sz="1050">
                <a:latin typeface="Segoe UI"/>
                <a:cs typeface="Segoe UI"/>
              </a:rPr>
              <a:t>Edit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the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host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configuration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pc="-10" sz="1050">
                <a:latin typeface="Segoe UI"/>
                <a:cs typeface="Segoe UI"/>
              </a:rPr>
              <a:t>file:</a:t>
            </a:r>
            <a:endParaRPr sz="1050">
              <a:latin typeface="Segoe UI"/>
              <a:cs typeface="Segoe UI"/>
            </a:endParaRPr>
          </a:p>
          <a:p>
            <a:pPr indent="-427355" marL="440055">
              <a:lnSpc>
                <a:spcPct val="100000"/>
              </a:lnSpc>
              <a:spcBef>
                <a:spcPts val="1365"/>
              </a:spcBef>
              <a:buAutoNum type="arabicPeriod"/>
              <a:tabLst>
                <a:tab algn="l" pos="440055"/>
              </a:tabLst>
            </a:pPr>
            <a:r>
              <a:rPr dirty="0" sz="1050">
                <a:solidFill>
                  <a:srgbClr val="374050"/>
                </a:solidFill>
                <a:latin typeface="Liberation Mono"/>
                <a:cs typeface="Liberation Mono"/>
              </a:rPr>
              <a:t>sudo</a:t>
            </a:r>
            <a:r>
              <a:rPr dirty="0" spc="65" sz="1050">
                <a:solidFill>
                  <a:srgbClr val="374050"/>
                </a:solidFill>
                <a:latin typeface="Liberation Mono"/>
                <a:cs typeface="Liberation Mono"/>
              </a:rPr>
              <a:t> </a:t>
            </a:r>
            <a:r>
              <a:rPr dirty="0" spc="-20" sz="1050">
                <a:solidFill>
                  <a:srgbClr val="374050"/>
                </a:solidFill>
                <a:latin typeface="Liberation Mono"/>
                <a:cs typeface="Liberation Mono"/>
              </a:rPr>
              <a:t>nano</a:t>
            </a:r>
            <a:endParaRPr sz="1050">
              <a:latin typeface="Liberation Mono"/>
              <a:cs typeface="Liberation Mono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816474" y="2926714"/>
            <a:ext cx="93027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pc="-10" sz="1050">
                <a:solidFill>
                  <a:srgbClr val="374050"/>
                </a:solidFill>
                <a:latin typeface="Liberation Mono"/>
                <a:cs typeface="Liberation Mono"/>
              </a:rPr>
              <a:t>servers.cfg</a:t>
            </a:r>
            <a:endParaRPr sz="1050">
              <a:latin typeface="Liberation Mono"/>
              <a:cs typeface="Liberation Mono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498131" y="3176270"/>
            <a:ext cx="3195955" cy="796925"/>
          </a:xfrm>
          <a:prstGeom prst="rect">
            <a:avLst/>
          </a:prstGeom>
        </p:spPr>
        <p:txBody>
          <a:bodyPr bIns="0" lIns="0" numCol="1" rIns="0" rtlCol="0" tIns="43180" vert="horz" wrap="square">
            <a:spAutoFit/>
          </a:bodyPr>
          <a:lstStyle/>
          <a:p>
            <a:pPr indent="-137160" marL="149860">
              <a:lnSpc>
                <a:spcPct val="100000"/>
              </a:lnSpc>
              <a:spcBef>
                <a:spcPts val="340"/>
              </a:spcBef>
              <a:buAutoNum startAt="3"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Locate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the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service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definition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for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port</a:t>
            </a:r>
            <a:r>
              <a:rPr dirty="0" spc="-10" sz="1050">
                <a:latin typeface="Segoe UI"/>
                <a:cs typeface="Segoe UI"/>
              </a:rPr>
              <a:t> checks</a:t>
            </a:r>
            <a:endParaRPr sz="1050">
              <a:latin typeface="Segoe UI"/>
              <a:cs typeface="Segoe UI"/>
            </a:endParaRPr>
          </a:p>
          <a:p>
            <a:pPr indent="-137795" marL="149860" marR="244475">
              <a:lnSpc>
                <a:spcPts val="1580"/>
              </a:lnSpc>
              <a:spcBef>
                <a:spcPts val="25"/>
              </a:spcBef>
              <a:buAutoNum startAt="3"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Add </a:t>
            </a:r>
            <a:r>
              <a:rPr dirty="0" sz="1050">
                <a:latin typeface="Liberation Mono"/>
                <a:cs typeface="Liberation Mono"/>
              </a:rPr>
              <a:t>notifications_enabled 0</a:t>
            </a:r>
            <a:r>
              <a:rPr dirty="0" spc="-345" sz="1050">
                <a:latin typeface="Liberation Mono"/>
                <a:cs typeface="Liberation Mono"/>
              </a:rPr>
              <a:t> </a:t>
            </a:r>
            <a:r>
              <a:rPr dirty="0" sz="1050">
                <a:latin typeface="Segoe UI"/>
                <a:cs typeface="Segoe UI"/>
              </a:rPr>
              <a:t>for </a:t>
            </a:r>
            <a:r>
              <a:rPr dirty="0" spc="-10" sz="1050">
                <a:latin typeface="Segoe UI"/>
                <a:cs typeface="Segoe UI"/>
              </a:rPr>
              <a:t>specific ports</a:t>
            </a:r>
            <a:endParaRPr sz="105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130"/>
              </a:spcBef>
              <a:buAutoNum startAt="3"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Or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use Nagios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web interface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to disable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pc="-10" sz="1050">
                <a:latin typeface="Segoe UI"/>
                <a:cs typeface="Segoe UI"/>
              </a:rPr>
              <a:t>notifications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32" name="object 32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5000624" y="4410075"/>
            <a:ext cx="152399" cy="133349"/>
          </a:xfrm>
          <a:prstGeom prst="rect">
            <a:avLst/>
          </a:prstGeom>
        </p:spPr>
      </p:pic>
      <p:sp>
        <p:nvSpPr>
          <p:cNvPr id="33" name="object 33"/>
          <p:cNvSpPr txBox="1"/>
          <p:nvPr/>
        </p:nvSpPr>
        <p:spPr>
          <a:xfrm>
            <a:off x="5255443" y="4368800"/>
            <a:ext cx="197993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78D4"/>
                </a:solidFill>
                <a:latin typeface="Segoe UI"/>
                <a:cs typeface="Segoe UI"/>
              </a:rPr>
              <a:t>Nagios</a:t>
            </a:r>
            <a:r>
              <a:rPr dirty="0" spc="-20" sz="12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0078D4"/>
                </a:solidFill>
                <a:latin typeface="Segoe UI"/>
                <a:cs typeface="Segoe UI"/>
              </a:rPr>
              <a:t>Service</a:t>
            </a:r>
            <a:r>
              <a:rPr dirty="0" spc="-20" sz="12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200">
                <a:solidFill>
                  <a:srgbClr val="0078D4"/>
                </a:solidFill>
                <a:latin typeface="Segoe UI"/>
                <a:cs typeface="Segoe UI"/>
              </a:rPr>
              <a:t>Configuration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8077199" y="1562099"/>
            <a:ext cx="3657600" cy="3533775"/>
            <a:chOff x="8077199" y="1562099"/>
            <a:chExt cx="3657600" cy="3533775"/>
          </a:xfrm>
        </p:grpSpPr>
        <p:sp>
          <p:nvSpPr>
            <p:cNvPr id="35" name="object 35"/>
            <p:cNvSpPr/>
            <p:nvPr/>
          </p:nvSpPr>
          <p:spPr>
            <a:xfrm>
              <a:off x="8096249" y="1566862"/>
              <a:ext cx="3634104" cy="3524250"/>
            </a:xfrm>
            <a:custGeom>
              <a:avLst/>
              <a:gdLst/>
              <a:ahLst/>
              <a:cxnLst/>
              <a:rect b="b" l="l" r="r" t="t"/>
              <a:pathLst>
                <a:path h="3524250" w="3634104">
                  <a:moveTo>
                    <a:pt x="3584839" y="3524249"/>
                  </a:moveTo>
                  <a:lnTo>
                    <a:pt x="33047" y="3524249"/>
                  </a:lnTo>
                  <a:lnTo>
                    <a:pt x="4832" y="3498327"/>
                  </a:lnTo>
                  <a:lnTo>
                    <a:pt x="0" y="3478808"/>
                  </a:lnTo>
                  <a:lnTo>
                    <a:pt x="0" y="3471862"/>
                  </a:lnTo>
                  <a:lnTo>
                    <a:pt x="0" y="45440"/>
                  </a:lnTo>
                  <a:lnTo>
                    <a:pt x="18851" y="6646"/>
                  </a:lnTo>
                  <a:lnTo>
                    <a:pt x="33047" y="0"/>
                  </a:lnTo>
                  <a:lnTo>
                    <a:pt x="3584839" y="0"/>
                  </a:lnTo>
                  <a:lnTo>
                    <a:pt x="3620875" y="17776"/>
                  </a:lnTo>
                  <a:lnTo>
                    <a:pt x="3633786" y="48947"/>
                  </a:lnTo>
                  <a:lnTo>
                    <a:pt x="3633786" y="3475302"/>
                  </a:lnTo>
                  <a:lnTo>
                    <a:pt x="3616009" y="3511338"/>
                  </a:lnTo>
                  <a:lnTo>
                    <a:pt x="3588246" y="3523913"/>
                  </a:lnTo>
                  <a:lnTo>
                    <a:pt x="3584839" y="3524249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6" name="object 36"/>
            <p:cNvSpPr/>
            <p:nvPr/>
          </p:nvSpPr>
          <p:spPr>
            <a:xfrm>
              <a:off x="8105242" y="1562112"/>
              <a:ext cx="3629660" cy="3533775"/>
            </a:xfrm>
            <a:custGeom>
              <a:avLst/>
              <a:gdLst/>
              <a:ahLst/>
              <a:cxnLst/>
              <a:rect b="b" l="l" r="r" t="t"/>
              <a:pathLst>
                <a:path h="3533775" w="3629659">
                  <a:moveTo>
                    <a:pt x="3629545" y="49568"/>
                  </a:moveTo>
                  <a:lnTo>
                    <a:pt x="3628098" y="42278"/>
                  </a:lnTo>
                  <a:lnTo>
                    <a:pt x="3622294" y="28270"/>
                  </a:lnTo>
                  <a:lnTo>
                    <a:pt x="3618166" y="22085"/>
                  </a:lnTo>
                  <a:lnTo>
                    <a:pt x="3613277" y="17221"/>
                  </a:lnTo>
                  <a:lnTo>
                    <a:pt x="3612807" y="16738"/>
                  </a:lnTo>
                  <a:lnTo>
                    <a:pt x="3607447" y="11379"/>
                  </a:lnTo>
                  <a:lnTo>
                    <a:pt x="3604679" y="9525"/>
                  </a:lnTo>
                  <a:lnTo>
                    <a:pt x="3601275" y="7239"/>
                  </a:lnTo>
                  <a:lnTo>
                    <a:pt x="3587267" y="1447"/>
                  </a:lnTo>
                  <a:lnTo>
                    <a:pt x="3579977" y="0"/>
                  </a:lnTo>
                  <a:lnTo>
                    <a:pt x="21526" y="0"/>
                  </a:lnTo>
                  <a:lnTo>
                    <a:pt x="14236" y="1447"/>
                  </a:lnTo>
                  <a:lnTo>
                    <a:pt x="342" y="7239"/>
                  </a:lnTo>
                  <a:lnTo>
                    <a:pt x="0" y="7239"/>
                  </a:lnTo>
                  <a:lnTo>
                    <a:pt x="20980" y="12484"/>
                  </a:lnTo>
                  <a:lnTo>
                    <a:pt x="23837" y="9525"/>
                  </a:lnTo>
                  <a:lnTo>
                    <a:pt x="3572395" y="9525"/>
                  </a:lnTo>
                  <a:lnTo>
                    <a:pt x="3606508" y="23990"/>
                  </a:lnTo>
                  <a:lnTo>
                    <a:pt x="3612184" y="30797"/>
                  </a:lnTo>
                  <a:lnTo>
                    <a:pt x="3616541" y="38862"/>
                  </a:lnTo>
                  <a:lnTo>
                    <a:pt x="3619157" y="47637"/>
                  </a:lnTo>
                  <a:lnTo>
                    <a:pt x="3620020" y="57137"/>
                  </a:lnTo>
                  <a:lnTo>
                    <a:pt x="3620020" y="3476612"/>
                  </a:lnTo>
                  <a:lnTo>
                    <a:pt x="3619157" y="3486124"/>
                  </a:lnTo>
                  <a:lnTo>
                    <a:pt x="3616541" y="3494900"/>
                  </a:lnTo>
                  <a:lnTo>
                    <a:pt x="3612184" y="3502952"/>
                  </a:lnTo>
                  <a:lnTo>
                    <a:pt x="3606508" y="3509772"/>
                  </a:lnTo>
                  <a:lnTo>
                    <a:pt x="3606076" y="3510292"/>
                  </a:lnTo>
                  <a:lnTo>
                    <a:pt x="3598735" y="3516401"/>
                  </a:lnTo>
                  <a:lnTo>
                    <a:pt x="3590683" y="3520757"/>
                  </a:lnTo>
                  <a:lnTo>
                    <a:pt x="3581908" y="3523373"/>
                  </a:lnTo>
                  <a:lnTo>
                    <a:pt x="3572395" y="3524237"/>
                  </a:lnTo>
                  <a:lnTo>
                    <a:pt x="23837" y="3524237"/>
                  </a:lnTo>
                  <a:lnTo>
                    <a:pt x="20980" y="3521278"/>
                  </a:lnTo>
                  <a:lnTo>
                    <a:pt x="215" y="3526459"/>
                  </a:lnTo>
                  <a:lnTo>
                    <a:pt x="14236" y="3532314"/>
                  </a:lnTo>
                  <a:lnTo>
                    <a:pt x="21526" y="3533762"/>
                  </a:lnTo>
                  <a:lnTo>
                    <a:pt x="3579977" y="3533762"/>
                  </a:lnTo>
                  <a:lnTo>
                    <a:pt x="3612807" y="3517023"/>
                  </a:lnTo>
                  <a:lnTo>
                    <a:pt x="3613289" y="3516553"/>
                  </a:lnTo>
                  <a:lnTo>
                    <a:pt x="3618166" y="3511664"/>
                  </a:lnTo>
                  <a:lnTo>
                    <a:pt x="3622294" y="3505492"/>
                  </a:lnTo>
                  <a:lnTo>
                    <a:pt x="3628098" y="3491484"/>
                  </a:lnTo>
                  <a:lnTo>
                    <a:pt x="3629545" y="3484194"/>
                  </a:lnTo>
                  <a:lnTo>
                    <a:pt x="3629545" y="49568"/>
                  </a:lnTo>
                  <a:close/>
                </a:path>
              </a:pathLst>
            </a:custGeom>
            <a:solidFill>
              <a:srgbClr val="E4E7EB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7" name="object 37"/>
            <p:cNvSpPr/>
            <p:nvPr/>
          </p:nvSpPr>
          <p:spPr>
            <a:xfrm>
              <a:off x="8077199" y="1569237"/>
              <a:ext cx="49530" cy="3519804"/>
            </a:xfrm>
            <a:custGeom>
              <a:avLst/>
              <a:gdLst/>
              <a:ahLst/>
              <a:cxnLst/>
              <a:rect b="b" l="l" r="r" t="t"/>
              <a:pathLst>
                <a:path h="3519804" w="49529">
                  <a:moveTo>
                    <a:pt x="28550" y="3519499"/>
                  </a:moveTo>
                  <a:lnTo>
                    <a:pt x="1449" y="3484355"/>
                  </a:lnTo>
                  <a:lnTo>
                    <a:pt x="0" y="3477065"/>
                  </a:lnTo>
                  <a:lnTo>
                    <a:pt x="0" y="42434"/>
                  </a:lnTo>
                  <a:lnTo>
                    <a:pt x="22097" y="4242"/>
                  </a:lnTo>
                  <a:lnTo>
                    <a:pt x="28549" y="0"/>
                  </a:lnTo>
                  <a:lnTo>
                    <a:pt x="49208" y="5164"/>
                  </a:lnTo>
                  <a:lnTo>
                    <a:pt x="47399" y="7037"/>
                  </a:lnTo>
                  <a:lnTo>
                    <a:pt x="43680" y="16336"/>
                  </a:lnTo>
                  <a:lnTo>
                    <a:pt x="41238" y="23672"/>
                  </a:lnTo>
                  <a:lnTo>
                    <a:pt x="39495" y="31730"/>
                  </a:lnTo>
                  <a:lnTo>
                    <a:pt x="38449" y="40510"/>
                  </a:lnTo>
                  <a:lnTo>
                    <a:pt x="38100" y="50012"/>
                  </a:lnTo>
                  <a:lnTo>
                    <a:pt x="38100" y="3469487"/>
                  </a:lnTo>
                  <a:lnTo>
                    <a:pt x="47399" y="3512462"/>
                  </a:lnTo>
                  <a:lnTo>
                    <a:pt x="49208" y="3514335"/>
                  </a:lnTo>
                  <a:lnTo>
                    <a:pt x="28550" y="35194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8" name="object 38"/>
            <p:cNvSpPr/>
            <p:nvPr/>
          </p:nvSpPr>
          <p:spPr>
            <a:xfrm>
              <a:off x="8267699" y="3667124"/>
              <a:ext cx="3305175" cy="762000"/>
            </a:xfrm>
            <a:custGeom>
              <a:avLst/>
              <a:gdLst/>
              <a:ahLst/>
              <a:cxnLst/>
              <a:rect b="b" l="l" r="r" t="t"/>
              <a:pathLst>
                <a:path h="762000" w="3305175">
                  <a:moveTo>
                    <a:pt x="3267074" y="761999"/>
                  </a:moveTo>
                  <a:lnTo>
                    <a:pt x="38099" y="761999"/>
                  </a:lnTo>
                  <a:lnTo>
                    <a:pt x="30497" y="761302"/>
                  </a:lnTo>
                  <a:lnTo>
                    <a:pt x="697" y="731501"/>
                  </a:lnTo>
                  <a:lnTo>
                    <a:pt x="0" y="723899"/>
                  </a:lnTo>
                  <a:lnTo>
                    <a:pt x="0" y="38099"/>
                  </a:lnTo>
                  <a:lnTo>
                    <a:pt x="23473" y="2789"/>
                  </a:lnTo>
                  <a:lnTo>
                    <a:pt x="38099" y="0"/>
                  </a:lnTo>
                  <a:lnTo>
                    <a:pt x="3267074" y="0"/>
                  </a:lnTo>
                  <a:lnTo>
                    <a:pt x="3302384" y="23473"/>
                  </a:lnTo>
                  <a:lnTo>
                    <a:pt x="3305174" y="38099"/>
                  </a:lnTo>
                  <a:lnTo>
                    <a:pt x="3305174" y="723899"/>
                  </a:lnTo>
                  <a:lnTo>
                    <a:pt x="3281699" y="759210"/>
                  </a:lnTo>
                  <a:lnTo>
                    <a:pt x="3267074" y="761999"/>
                  </a:lnTo>
                  <a:close/>
                </a:path>
              </a:pathLst>
            </a:custGeom>
            <a:solidFill>
              <a:srgbClr val="F2F4F5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9" name="object 39"/>
            <p:cNvSpPr/>
            <p:nvPr/>
          </p:nvSpPr>
          <p:spPr>
            <a:xfrm>
              <a:off x="8267687" y="3667124"/>
              <a:ext cx="3305175" cy="762000"/>
            </a:xfrm>
            <a:custGeom>
              <a:avLst/>
              <a:gdLst/>
              <a:ahLst/>
              <a:cxnLst/>
              <a:rect b="b" l="l" r="r" t="t"/>
              <a:pathLst>
                <a:path h="762000" w="3305175">
                  <a:moveTo>
                    <a:pt x="9525" y="671118"/>
                  </a:moveTo>
                  <a:lnTo>
                    <a:pt x="0" y="671118"/>
                  </a:lnTo>
                  <a:lnTo>
                    <a:pt x="0" y="699693"/>
                  </a:lnTo>
                  <a:lnTo>
                    <a:pt x="9525" y="699693"/>
                  </a:lnTo>
                  <a:lnTo>
                    <a:pt x="9525" y="671118"/>
                  </a:lnTo>
                  <a:close/>
                </a:path>
                <a:path h="762000" w="3305175">
                  <a:moveTo>
                    <a:pt x="9525" y="623430"/>
                  </a:moveTo>
                  <a:lnTo>
                    <a:pt x="0" y="623430"/>
                  </a:lnTo>
                  <a:lnTo>
                    <a:pt x="0" y="652005"/>
                  </a:lnTo>
                  <a:lnTo>
                    <a:pt x="9525" y="652005"/>
                  </a:lnTo>
                  <a:lnTo>
                    <a:pt x="9525" y="623430"/>
                  </a:lnTo>
                  <a:close/>
                </a:path>
                <a:path h="762000" w="3305175">
                  <a:moveTo>
                    <a:pt x="9525" y="575754"/>
                  </a:moveTo>
                  <a:lnTo>
                    <a:pt x="0" y="575754"/>
                  </a:lnTo>
                  <a:lnTo>
                    <a:pt x="0" y="604329"/>
                  </a:lnTo>
                  <a:lnTo>
                    <a:pt x="9525" y="604329"/>
                  </a:lnTo>
                  <a:lnTo>
                    <a:pt x="9525" y="575754"/>
                  </a:lnTo>
                  <a:close/>
                </a:path>
                <a:path h="762000" w="3305175">
                  <a:moveTo>
                    <a:pt x="9525" y="528066"/>
                  </a:moveTo>
                  <a:lnTo>
                    <a:pt x="0" y="528066"/>
                  </a:lnTo>
                  <a:lnTo>
                    <a:pt x="0" y="556641"/>
                  </a:lnTo>
                  <a:lnTo>
                    <a:pt x="9525" y="556641"/>
                  </a:lnTo>
                  <a:lnTo>
                    <a:pt x="9525" y="528066"/>
                  </a:lnTo>
                  <a:close/>
                </a:path>
                <a:path h="762000" w="3305175">
                  <a:moveTo>
                    <a:pt x="9525" y="480390"/>
                  </a:moveTo>
                  <a:lnTo>
                    <a:pt x="0" y="480390"/>
                  </a:lnTo>
                  <a:lnTo>
                    <a:pt x="0" y="508965"/>
                  </a:lnTo>
                  <a:lnTo>
                    <a:pt x="9525" y="508965"/>
                  </a:lnTo>
                  <a:lnTo>
                    <a:pt x="9525" y="480390"/>
                  </a:lnTo>
                  <a:close/>
                </a:path>
                <a:path h="762000" w="3305175">
                  <a:moveTo>
                    <a:pt x="9525" y="432701"/>
                  </a:moveTo>
                  <a:lnTo>
                    <a:pt x="0" y="432701"/>
                  </a:lnTo>
                  <a:lnTo>
                    <a:pt x="0" y="461276"/>
                  </a:lnTo>
                  <a:lnTo>
                    <a:pt x="9525" y="461276"/>
                  </a:lnTo>
                  <a:lnTo>
                    <a:pt x="9525" y="432701"/>
                  </a:lnTo>
                  <a:close/>
                </a:path>
                <a:path h="762000" w="3305175">
                  <a:moveTo>
                    <a:pt x="9525" y="385025"/>
                  </a:moveTo>
                  <a:lnTo>
                    <a:pt x="0" y="385025"/>
                  </a:lnTo>
                  <a:lnTo>
                    <a:pt x="0" y="413600"/>
                  </a:lnTo>
                  <a:lnTo>
                    <a:pt x="9525" y="413600"/>
                  </a:lnTo>
                  <a:lnTo>
                    <a:pt x="9525" y="385025"/>
                  </a:lnTo>
                  <a:close/>
                </a:path>
                <a:path h="762000" w="3305175">
                  <a:moveTo>
                    <a:pt x="9525" y="337350"/>
                  </a:moveTo>
                  <a:lnTo>
                    <a:pt x="0" y="337350"/>
                  </a:lnTo>
                  <a:lnTo>
                    <a:pt x="0" y="365925"/>
                  </a:lnTo>
                  <a:lnTo>
                    <a:pt x="9525" y="365925"/>
                  </a:lnTo>
                  <a:lnTo>
                    <a:pt x="9525" y="337350"/>
                  </a:lnTo>
                  <a:close/>
                </a:path>
                <a:path h="762000" w="3305175">
                  <a:moveTo>
                    <a:pt x="9525" y="289661"/>
                  </a:moveTo>
                  <a:lnTo>
                    <a:pt x="0" y="289661"/>
                  </a:lnTo>
                  <a:lnTo>
                    <a:pt x="0" y="318236"/>
                  </a:lnTo>
                  <a:lnTo>
                    <a:pt x="9525" y="318236"/>
                  </a:lnTo>
                  <a:lnTo>
                    <a:pt x="9525" y="289661"/>
                  </a:lnTo>
                  <a:close/>
                </a:path>
                <a:path h="762000" w="3305175">
                  <a:moveTo>
                    <a:pt x="9525" y="241985"/>
                  </a:moveTo>
                  <a:lnTo>
                    <a:pt x="0" y="241985"/>
                  </a:lnTo>
                  <a:lnTo>
                    <a:pt x="0" y="270560"/>
                  </a:lnTo>
                  <a:lnTo>
                    <a:pt x="9525" y="270560"/>
                  </a:lnTo>
                  <a:lnTo>
                    <a:pt x="9525" y="241985"/>
                  </a:lnTo>
                  <a:close/>
                </a:path>
                <a:path h="762000" w="3305175">
                  <a:moveTo>
                    <a:pt x="9525" y="194297"/>
                  </a:moveTo>
                  <a:lnTo>
                    <a:pt x="0" y="194297"/>
                  </a:lnTo>
                  <a:lnTo>
                    <a:pt x="0" y="222872"/>
                  </a:lnTo>
                  <a:lnTo>
                    <a:pt x="9525" y="222872"/>
                  </a:lnTo>
                  <a:lnTo>
                    <a:pt x="9525" y="194297"/>
                  </a:lnTo>
                  <a:close/>
                </a:path>
                <a:path h="762000" w="3305175">
                  <a:moveTo>
                    <a:pt x="9525" y="146621"/>
                  </a:moveTo>
                  <a:lnTo>
                    <a:pt x="0" y="146621"/>
                  </a:lnTo>
                  <a:lnTo>
                    <a:pt x="0" y="175196"/>
                  </a:lnTo>
                  <a:lnTo>
                    <a:pt x="9525" y="175196"/>
                  </a:lnTo>
                  <a:lnTo>
                    <a:pt x="9525" y="146621"/>
                  </a:lnTo>
                  <a:close/>
                </a:path>
                <a:path h="762000" w="3305175">
                  <a:moveTo>
                    <a:pt x="9525" y="98933"/>
                  </a:moveTo>
                  <a:lnTo>
                    <a:pt x="0" y="98933"/>
                  </a:lnTo>
                  <a:lnTo>
                    <a:pt x="0" y="127508"/>
                  </a:lnTo>
                  <a:lnTo>
                    <a:pt x="9525" y="127508"/>
                  </a:lnTo>
                  <a:lnTo>
                    <a:pt x="9525" y="98933"/>
                  </a:lnTo>
                  <a:close/>
                </a:path>
                <a:path h="762000" w="3305175">
                  <a:moveTo>
                    <a:pt x="9525" y="51257"/>
                  </a:moveTo>
                  <a:lnTo>
                    <a:pt x="0" y="51257"/>
                  </a:lnTo>
                  <a:lnTo>
                    <a:pt x="0" y="79832"/>
                  </a:lnTo>
                  <a:lnTo>
                    <a:pt x="9525" y="79832"/>
                  </a:lnTo>
                  <a:lnTo>
                    <a:pt x="9525" y="51257"/>
                  </a:lnTo>
                  <a:close/>
                </a:path>
                <a:path h="762000" w="3305175">
                  <a:moveTo>
                    <a:pt x="14605" y="740816"/>
                  </a:moveTo>
                  <a:lnTo>
                    <a:pt x="12319" y="738530"/>
                  </a:lnTo>
                  <a:lnTo>
                    <a:pt x="9525" y="731799"/>
                  </a:lnTo>
                  <a:lnTo>
                    <a:pt x="9525" y="718794"/>
                  </a:lnTo>
                  <a:lnTo>
                    <a:pt x="0" y="718794"/>
                  </a:lnTo>
                  <a:lnTo>
                    <a:pt x="0" y="723900"/>
                  </a:lnTo>
                  <a:lnTo>
                    <a:pt x="698" y="731507"/>
                  </a:lnTo>
                  <a:lnTo>
                    <a:pt x="787" y="731799"/>
                  </a:lnTo>
                  <a:lnTo>
                    <a:pt x="2794" y="738530"/>
                  </a:lnTo>
                  <a:lnTo>
                    <a:pt x="6286" y="744982"/>
                  </a:lnTo>
                  <a:lnTo>
                    <a:pt x="7239" y="746125"/>
                  </a:lnTo>
                  <a:lnTo>
                    <a:pt x="14605" y="740816"/>
                  </a:lnTo>
                  <a:close/>
                </a:path>
                <a:path h="762000" w="3305175">
                  <a:moveTo>
                    <a:pt x="21005" y="14795"/>
                  </a:moveTo>
                  <a:lnTo>
                    <a:pt x="15621" y="7467"/>
                  </a:lnTo>
                  <a:lnTo>
                    <a:pt x="11163" y="11163"/>
                  </a:lnTo>
                  <a:lnTo>
                    <a:pt x="6286" y="17030"/>
                  </a:lnTo>
                  <a:lnTo>
                    <a:pt x="2794" y="23482"/>
                  </a:lnTo>
                  <a:lnTo>
                    <a:pt x="698" y="30505"/>
                  </a:lnTo>
                  <a:lnTo>
                    <a:pt x="520" y="32473"/>
                  </a:lnTo>
                  <a:lnTo>
                    <a:pt x="9525" y="33832"/>
                  </a:lnTo>
                  <a:lnTo>
                    <a:pt x="9525" y="30213"/>
                  </a:lnTo>
                  <a:lnTo>
                    <a:pt x="12319" y="23482"/>
                  </a:lnTo>
                  <a:lnTo>
                    <a:pt x="17894" y="17907"/>
                  </a:lnTo>
                  <a:lnTo>
                    <a:pt x="21005" y="14795"/>
                  </a:lnTo>
                  <a:close/>
                </a:path>
                <a:path h="762000" w="3305175">
                  <a:moveTo>
                    <a:pt x="50927" y="752475"/>
                  </a:moveTo>
                  <a:lnTo>
                    <a:pt x="30213" y="752475"/>
                  </a:lnTo>
                  <a:lnTo>
                    <a:pt x="26403" y="750900"/>
                  </a:lnTo>
                  <a:lnTo>
                    <a:pt x="22936" y="758913"/>
                  </a:lnTo>
                  <a:lnTo>
                    <a:pt x="23482" y="759218"/>
                  </a:lnTo>
                  <a:lnTo>
                    <a:pt x="30505" y="761314"/>
                  </a:lnTo>
                  <a:lnTo>
                    <a:pt x="38100" y="762000"/>
                  </a:lnTo>
                  <a:lnTo>
                    <a:pt x="50927" y="762000"/>
                  </a:lnTo>
                  <a:lnTo>
                    <a:pt x="50927" y="752475"/>
                  </a:lnTo>
                  <a:close/>
                </a:path>
                <a:path h="762000" w="3305175">
                  <a:moveTo>
                    <a:pt x="66675" y="0"/>
                  </a:moveTo>
                  <a:lnTo>
                    <a:pt x="38100" y="0"/>
                  </a:lnTo>
                  <a:lnTo>
                    <a:pt x="33705" y="406"/>
                  </a:lnTo>
                  <a:lnTo>
                    <a:pt x="34772" y="9525"/>
                  </a:lnTo>
                  <a:lnTo>
                    <a:pt x="66675" y="9525"/>
                  </a:lnTo>
                  <a:lnTo>
                    <a:pt x="66675" y="0"/>
                  </a:lnTo>
                  <a:close/>
                </a:path>
                <a:path h="762000" w="3305175">
                  <a:moveTo>
                    <a:pt x="98615" y="752475"/>
                  </a:moveTo>
                  <a:lnTo>
                    <a:pt x="70040" y="752475"/>
                  </a:lnTo>
                  <a:lnTo>
                    <a:pt x="70040" y="762000"/>
                  </a:lnTo>
                  <a:lnTo>
                    <a:pt x="98615" y="762000"/>
                  </a:lnTo>
                  <a:lnTo>
                    <a:pt x="98615" y="752475"/>
                  </a:lnTo>
                  <a:close/>
                </a:path>
                <a:path h="762000" w="3305175">
                  <a:moveTo>
                    <a:pt x="114363" y="0"/>
                  </a:moveTo>
                  <a:lnTo>
                    <a:pt x="85788" y="0"/>
                  </a:lnTo>
                  <a:lnTo>
                    <a:pt x="85788" y="9525"/>
                  </a:lnTo>
                  <a:lnTo>
                    <a:pt x="114363" y="9525"/>
                  </a:lnTo>
                  <a:lnTo>
                    <a:pt x="114363" y="0"/>
                  </a:lnTo>
                  <a:close/>
                </a:path>
                <a:path h="762000" w="3305175">
                  <a:moveTo>
                    <a:pt x="146291" y="752475"/>
                  </a:moveTo>
                  <a:lnTo>
                    <a:pt x="117716" y="752475"/>
                  </a:lnTo>
                  <a:lnTo>
                    <a:pt x="117716" y="762000"/>
                  </a:lnTo>
                  <a:lnTo>
                    <a:pt x="146291" y="762000"/>
                  </a:lnTo>
                  <a:lnTo>
                    <a:pt x="146291" y="752475"/>
                  </a:lnTo>
                  <a:close/>
                </a:path>
                <a:path h="762000" w="3305175">
                  <a:moveTo>
                    <a:pt x="162039" y="0"/>
                  </a:moveTo>
                  <a:lnTo>
                    <a:pt x="133464" y="0"/>
                  </a:lnTo>
                  <a:lnTo>
                    <a:pt x="133464" y="9525"/>
                  </a:lnTo>
                  <a:lnTo>
                    <a:pt x="162039" y="9525"/>
                  </a:lnTo>
                  <a:lnTo>
                    <a:pt x="162039" y="0"/>
                  </a:lnTo>
                  <a:close/>
                </a:path>
                <a:path h="762000" w="3305175">
                  <a:moveTo>
                    <a:pt x="193979" y="752475"/>
                  </a:moveTo>
                  <a:lnTo>
                    <a:pt x="165404" y="752475"/>
                  </a:lnTo>
                  <a:lnTo>
                    <a:pt x="165404" y="762000"/>
                  </a:lnTo>
                  <a:lnTo>
                    <a:pt x="193979" y="762000"/>
                  </a:lnTo>
                  <a:lnTo>
                    <a:pt x="193979" y="752475"/>
                  </a:lnTo>
                  <a:close/>
                </a:path>
                <a:path h="762000" w="3305175">
                  <a:moveTo>
                    <a:pt x="209727" y="0"/>
                  </a:moveTo>
                  <a:lnTo>
                    <a:pt x="181152" y="0"/>
                  </a:lnTo>
                  <a:lnTo>
                    <a:pt x="181152" y="9525"/>
                  </a:lnTo>
                  <a:lnTo>
                    <a:pt x="209727" y="9525"/>
                  </a:lnTo>
                  <a:lnTo>
                    <a:pt x="209727" y="0"/>
                  </a:lnTo>
                  <a:close/>
                </a:path>
                <a:path h="762000" w="3305175">
                  <a:moveTo>
                    <a:pt x="241655" y="752475"/>
                  </a:moveTo>
                  <a:lnTo>
                    <a:pt x="213080" y="752475"/>
                  </a:lnTo>
                  <a:lnTo>
                    <a:pt x="213080" y="762000"/>
                  </a:lnTo>
                  <a:lnTo>
                    <a:pt x="241655" y="762000"/>
                  </a:lnTo>
                  <a:lnTo>
                    <a:pt x="241655" y="752475"/>
                  </a:lnTo>
                  <a:close/>
                </a:path>
                <a:path h="762000" w="3305175">
                  <a:moveTo>
                    <a:pt x="257403" y="0"/>
                  </a:moveTo>
                  <a:lnTo>
                    <a:pt x="228828" y="0"/>
                  </a:lnTo>
                  <a:lnTo>
                    <a:pt x="228828" y="9525"/>
                  </a:lnTo>
                  <a:lnTo>
                    <a:pt x="257403" y="9525"/>
                  </a:lnTo>
                  <a:lnTo>
                    <a:pt x="257403" y="0"/>
                  </a:lnTo>
                  <a:close/>
                </a:path>
                <a:path h="762000" w="3305175">
                  <a:moveTo>
                    <a:pt x="289331" y="752475"/>
                  </a:moveTo>
                  <a:lnTo>
                    <a:pt x="260756" y="752475"/>
                  </a:lnTo>
                  <a:lnTo>
                    <a:pt x="260756" y="762000"/>
                  </a:lnTo>
                  <a:lnTo>
                    <a:pt x="289331" y="762000"/>
                  </a:lnTo>
                  <a:lnTo>
                    <a:pt x="289331" y="752475"/>
                  </a:lnTo>
                  <a:close/>
                </a:path>
                <a:path h="762000" w="3305175">
                  <a:moveTo>
                    <a:pt x="305092" y="0"/>
                  </a:moveTo>
                  <a:lnTo>
                    <a:pt x="276517" y="0"/>
                  </a:lnTo>
                  <a:lnTo>
                    <a:pt x="276517" y="9525"/>
                  </a:lnTo>
                  <a:lnTo>
                    <a:pt x="305092" y="9525"/>
                  </a:lnTo>
                  <a:lnTo>
                    <a:pt x="305092" y="0"/>
                  </a:lnTo>
                  <a:close/>
                </a:path>
                <a:path h="762000" w="3305175">
                  <a:moveTo>
                    <a:pt x="337019" y="752475"/>
                  </a:moveTo>
                  <a:lnTo>
                    <a:pt x="308444" y="752475"/>
                  </a:lnTo>
                  <a:lnTo>
                    <a:pt x="308444" y="762000"/>
                  </a:lnTo>
                  <a:lnTo>
                    <a:pt x="337019" y="762000"/>
                  </a:lnTo>
                  <a:lnTo>
                    <a:pt x="337019" y="752475"/>
                  </a:lnTo>
                  <a:close/>
                </a:path>
                <a:path h="762000" w="3305175">
                  <a:moveTo>
                    <a:pt x="352767" y="0"/>
                  </a:moveTo>
                  <a:lnTo>
                    <a:pt x="324192" y="0"/>
                  </a:lnTo>
                  <a:lnTo>
                    <a:pt x="324192" y="9525"/>
                  </a:lnTo>
                  <a:lnTo>
                    <a:pt x="352767" y="9525"/>
                  </a:lnTo>
                  <a:lnTo>
                    <a:pt x="352767" y="0"/>
                  </a:lnTo>
                  <a:close/>
                </a:path>
                <a:path h="762000" w="3305175">
                  <a:moveTo>
                    <a:pt x="384695" y="752475"/>
                  </a:moveTo>
                  <a:lnTo>
                    <a:pt x="356120" y="752475"/>
                  </a:lnTo>
                  <a:lnTo>
                    <a:pt x="356120" y="762000"/>
                  </a:lnTo>
                  <a:lnTo>
                    <a:pt x="384695" y="762000"/>
                  </a:lnTo>
                  <a:lnTo>
                    <a:pt x="384695" y="752475"/>
                  </a:lnTo>
                  <a:close/>
                </a:path>
                <a:path h="762000" w="3305175">
                  <a:moveTo>
                    <a:pt x="400456" y="0"/>
                  </a:moveTo>
                  <a:lnTo>
                    <a:pt x="371881" y="0"/>
                  </a:lnTo>
                  <a:lnTo>
                    <a:pt x="371881" y="9525"/>
                  </a:lnTo>
                  <a:lnTo>
                    <a:pt x="400456" y="9525"/>
                  </a:lnTo>
                  <a:lnTo>
                    <a:pt x="400456" y="0"/>
                  </a:lnTo>
                  <a:close/>
                </a:path>
                <a:path h="762000" w="3305175">
                  <a:moveTo>
                    <a:pt x="432384" y="752475"/>
                  </a:moveTo>
                  <a:lnTo>
                    <a:pt x="403809" y="752475"/>
                  </a:lnTo>
                  <a:lnTo>
                    <a:pt x="403809" y="762000"/>
                  </a:lnTo>
                  <a:lnTo>
                    <a:pt x="432384" y="762000"/>
                  </a:lnTo>
                  <a:lnTo>
                    <a:pt x="432384" y="752475"/>
                  </a:lnTo>
                  <a:close/>
                </a:path>
                <a:path h="762000" w="3305175">
                  <a:moveTo>
                    <a:pt x="448132" y="0"/>
                  </a:moveTo>
                  <a:lnTo>
                    <a:pt x="419557" y="0"/>
                  </a:lnTo>
                  <a:lnTo>
                    <a:pt x="419557" y="9525"/>
                  </a:lnTo>
                  <a:lnTo>
                    <a:pt x="448132" y="9525"/>
                  </a:lnTo>
                  <a:lnTo>
                    <a:pt x="448132" y="0"/>
                  </a:lnTo>
                  <a:close/>
                </a:path>
                <a:path h="762000" w="3305175">
                  <a:moveTo>
                    <a:pt x="480060" y="752475"/>
                  </a:moveTo>
                  <a:lnTo>
                    <a:pt x="451485" y="752475"/>
                  </a:lnTo>
                  <a:lnTo>
                    <a:pt x="451485" y="762000"/>
                  </a:lnTo>
                  <a:lnTo>
                    <a:pt x="480060" y="762000"/>
                  </a:lnTo>
                  <a:lnTo>
                    <a:pt x="480060" y="752475"/>
                  </a:lnTo>
                  <a:close/>
                </a:path>
                <a:path h="762000" w="3305175">
                  <a:moveTo>
                    <a:pt x="495808" y="0"/>
                  </a:moveTo>
                  <a:lnTo>
                    <a:pt x="467233" y="0"/>
                  </a:lnTo>
                  <a:lnTo>
                    <a:pt x="467233" y="9525"/>
                  </a:lnTo>
                  <a:lnTo>
                    <a:pt x="495808" y="9525"/>
                  </a:lnTo>
                  <a:lnTo>
                    <a:pt x="495808" y="0"/>
                  </a:lnTo>
                  <a:close/>
                </a:path>
                <a:path h="762000" w="3305175">
                  <a:moveTo>
                    <a:pt x="527748" y="752475"/>
                  </a:moveTo>
                  <a:lnTo>
                    <a:pt x="499173" y="752475"/>
                  </a:lnTo>
                  <a:lnTo>
                    <a:pt x="499173" y="762000"/>
                  </a:lnTo>
                  <a:lnTo>
                    <a:pt x="527748" y="762000"/>
                  </a:lnTo>
                  <a:lnTo>
                    <a:pt x="527748" y="752475"/>
                  </a:lnTo>
                  <a:close/>
                </a:path>
                <a:path h="762000" w="3305175">
                  <a:moveTo>
                    <a:pt x="543496" y="0"/>
                  </a:moveTo>
                  <a:lnTo>
                    <a:pt x="514921" y="0"/>
                  </a:lnTo>
                  <a:lnTo>
                    <a:pt x="514921" y="9525"/>
                  </a:lnTo>
                  <a:lnTo>
                    <a:pt x="543496" y="9525"/>
                  </a:lnTo>
                  <a:lnTo>
                    <a:pt x="543496" y="0"/>
                  </a:lnTo>
                  <a:close/>
                </a:path>
                <a:path h="762000" w="3305175">
                  <a:moveTo>
                    <a:pt x="575424" y="752475"/>
                  </a:moveTo>
                  <a:lnTo>
                    <a:pt x="546849" y="752475"/>
                  </a:lnTo>
                  <a:lnTo>
                    <a:pt x="546849" y="762000"/>
                  </a:lnTo>
                  <a:lnTo>
                    <a:pt x="575424" y="762000"/>
                  </a:lnTo>
                  <a:lnTo>
                    <a:pt x="575424" y="752475"/>
                  </a:lnTo>
                  <a:close/>
                </a:path>
                <a:path h="762000" w="3305175">
                  <a:moveTo>
                    <a:pt x="591172" y="0"/>
                  </a:moveTo>
                  <a:lnTo>
                    <a:pt x="562597" y="0"/>
                  </a:lnTo>
                  <a:lnTo>
                    <a:pt x="562597" y="9525"/>
                  </a:lnTo>
                  <a:lnTo>
                    <a:pt x="591172" y="9525"/>
                  </a:lnTo>
                  <a:lnTo>
                    <a:pt x="591172" y="0"/>
                  </a:lnTo>
                  <a:close/>
                </a:path>
                <a:path h="762000" w="3305175">
                  <a:moveTo>
                    <a:pt x="623112" y="752475"/>
                  </a:moveTo>
                  <a:lnTo>
                    <a:pt x="594537" y="752475"/>
                  </a:lnTo>
                  <a:lnTo>
                    <a:pt x="594537" y="762000"/>
                  </a:lnTo>
                  <a:lnTo>
                    <a:pt x="623112" y="762000"/>
                  </a:lnTo>
                  <a:lnTo>
                    <a:pt x="623112" y="752475"/>
                  </a:lnTo>
                  <a:close/>
                </a:path>
                <a:path h="762000" w="3305175">
                  <a:moveTo>
                    <a:pt x="638860" y="0"/>
                  </a:moveTo>
                  <a:lnTo>
                    <a:pt x="610285" y="0"/>
                  </a:lnTo>
                  <a:lnTo>
                    <a:pt x="610285" y="9525"/>
                  </a:lnTo>
                  <a:lnTo>
                    <a:pt x="638860" y="9525"/>
                  </a:lnTo>
                  <a:lnTo>
                    <a:pt x="638860" y="0"/>
                  </a:lnTo>
                  <a:close/>
                </a:path>
                <a:path h="762000" w="3305175">
                  <a:moveTo>
                    <a:pt x="670788" y="752475"/>
                  </a:moveTo>
                  <a:lnTo>
                    <a:pt x="642213" y="752475"/>
                  </a:lnTo>
                  <a:lnTo>
                    <a:pt x="642213" y="762000"/>
                  </a:lnTo>
                  <a:lnTo>
                    <a:pt x="670788" y="762000"/>
                  </a:lnTo>
                  <a:lnTo>
                    <a:pt x="670788" y="752475"/>
                  </a:lnTo>
                  <a:close/>
                </a:path>
                <a:path h="762000" w="3305175">
                  <a:moveTo>
                    <a:pt x="686536" y="0"/>
                  </a:moveTo>
                  <a:lnTo>
                    <a:pt x="657961" y="0"/>
                  </a:lnTo>
                  <a:lnTo>
                    <a:pt x="657961" y="9525"/>
                  </a:lnTo>
                  <a:lnTo>
                    <a:pt x="686536" y="9525"/>
                  </a:lnTo>
                  <a:lnTo>
                    <a:pt x="686536" y="0"/>
                  </a:lnTo>
                  <a:close/>
                </a:path>
                <a:path h="762000" w="3305175">
                  <a:moveTo>
                    <a:pt x="718464" y="752475"/>
                  </a:moveTo>
                  <a:lnTo>
                    <a:pt x="689889" y="752475"/>
                  </a:lnTo>
                  <a:lnTo>
                    <a:pt x="689889" y="762000"/>
                  </a:lnTo>
                  <a:lnTo>
                    <a:pt x="718464" y="762000"/>
                  </a:lnTo>
                  <a:lnTo>
                    <a:pt x="718464" y="752475"/>
                  </a:lnTo>
                  <a:close/>
                </a:path>
                <a:path h="762000" w="3305175">
                  <a:moveTo>
                    <a:pt x="734225" y="0"/>
                  </a:moveTo>
                  <a:lnTo>
                    <a:pt x="705650" y="0"/>
                  </a:lnTo>
                  <a:lnTo>
                    <a:pt x="705650" y="9525"/>
                  </a:lnTo>
                  <a:lnTo>
                    <a:pt x="734225" y="9525"/>
                  </a:lnTo>
                  <a:lnTo>
                    <a:pt x="734225" y="0"/>
                  </a:lnTo>
                  <a:close/>
                </a:path>
                <a:path h="762000" w="3305175">
                  <a:moveTo>
                    <a:pt x="766152" y="752475"/>
                  </a:moveTo>
                  <a:lnTo>
                    <a:pt x="737577" y="752475"/>
                  </a:lnTo>
                  <a:lnTo>
                    <a:pt x="737577" y="762000"/>
                  </a:lnTo>
                  <a:lnTo>
                    <a:pt x="766152" y="762000"/>
                  </a:lnTo>
                  <a:lnTo>
                    <a:pt x="766152" y="752475"/>
                  </a:lnTo>
                  <a:close/>
                </a:path>
                <a:path h="762000" w="3305175">
                  <a:moveTo>
                    <a:pt x="781900" y="0"/>
                  </a:moveTo>
                  <a:lnTo>
                    <a:pt x="753325" y="0"/>
                  </a:lnTo>
                  <a:lnTo>
                    <a:pt x="753325" y="9525"/>
                  </a:lnTo>
                  <a:lnTo>
                    <a:pt x="781900" y="9525"/>
                  </a:lnTo>
                  <a:lnTo>
                    <a:pt x="781900" y="0"/>
                  </a:lnTo>
                  <a:close/>
                </a:path>
                <a:path h="762000" w="3305175">
                  <a:moveTo>
                    <a:pt x="813828" y="752475"/>
                  </a:moveTo>
                  <a:lnTo>
                    <a:pt x="785253" y="752475"/>
                  </a:lnTo>
                  <a:lnTo>
                    <a:pt x="785253" y="762000"/>
                  </a:lnTo>
                  <a:lnTo>
                    <a:pt x="813828" y="762000"/>
                  </a:lnTo>
                  <a:lnTo>
                    <a:pt x="813828" y="752475"/>
                  </a:lnTo>
                  <a:close/>
                </a:path>
                <a:path h="762000" w="3305175">
                  <a:moveTo>
                    <a:pt x="829576" y="0"/>
                  </a:moveTo>
                  <a:lnTo>
                    <a:pt x="801001" y="0"/>
                  </a:lnTo>
                  <a:lnTo>
                    <a:pt x="801001" y="9525"/>
                  </a:lnTo>
                  <a:lnTo>
                    <a:pt x="829576" y="9525"/>
                  </a:lnTo>
                  <a:lnTo>
                    <a:pt x="829576" y="0"/>
                  </a:lnTo>
                  <a:close/>
                </a:path>
                <a:path h="762000" w="3305175">
                  <a:moveTo>
                    <a:pt x="861517" y="752475"/>
                  </a:moveTo>
                  <a:lnTo>
                    <a:pt x="832942" y="752475"/>
                  </a:lnTo>
                  <a:lnTo>
                    <a:pt x="832942" y="762000"/>
                  </a:lnTo>
                  <a:lnTo>
                    <a:pt x="861517" y="762000"/>
                  </a:lnTo>
                  <a:lnTo>
                    <a:pt x="861517" y="752475"/>
                  </a:lnTo>
                  <a:close/>
                </a:path>
                <a:path h="762000" w="3305175">
                  <a:moveTo>
                    <a:pt x="877265" y="0"/>
                  </a:moveTo>
                  <a:lnTo>
                    <a:pt x="848690" y="0"/>
                  </a:lnTo>
                  <a:lnTo>
                    <a:pt x="848690" y="9525"/>
                  </a:lnTo>
                  <a:lnTo>
                    <a:pt x="877265" y="9525"/>
                  </a:lnTo>
                  <a:lnTo>
                    <a:pt x="877265" y="0"/>
                  </a:lnTo>
                  <a:close/>
                </a:path>
                <a:path h="762000" w="3305175">
                  <a:moveTo>
                    <a:pt x="909193" y="752475"/>
                  </a:moveTo>
                  <a:lnTo>
                    <a:pt x="880618" y="752475"/>
                  </a:lnTo>
                  <a:lnTo>
                    <a:pt x="880618" y="762000"/>
                  </a:lnTo>
                  <a:lnTo>
                    <a:pt x="909193" y="762000"/>
                  </a:lnTo>
                  <a:lnTo>
                    <a:pt x="909193" y="752475"/>
                  </a:lnTo>
                  <a:close/>
                </a:path>
                <a:path h="762000" w="3305175">
                  <a:moveTo>
                    <a:pt x="924941" y="0"/>
                  </a:moveTo>
                  <a:lnTo>
                    <a:pt x="896366" y="0"/>
                  </a:lnTo>
                  <a:lnTo>
                    <a:pt x="896366" y="9525"/>
                  </a:lnTo>
                  <a:lnTo>
                    <a:pt x="924941" y="9525"/>
                  </a:lnTo>
                  <a:lnTo>
                    <a:pt x="924941" y="0"/>
                  </a:lnTo>
                  <a:close/>
                </a:path>
                <a:path h="762000" w="3305175">
                  <a:moveTo>
                    <a:pt x="956881" y="752475"/>
                  </a:moveTo>
                  <a:lnTo>
                    <a:pt x="928306" y="752475"/>
                  </a:lnTo>
                  <a:lnTo>
                    <a:pt x="928306" y="762000"/>
                  </a:lnTo>
                  <a:lnTo>
                    <a:pt x="956881" y="762000"/>
                  </a:lnTo>
                  <a:lnTo>
                    <a:pt x="956881" y="752475"/>
                  </a:lnTo>
                  <a:close/>
                </a:path>
                <a:path h="762000" w="3305175">
                  <a:moveTo>
                    <a:pt x="972629" y="0"/>
                  </a:moveTo>
                  <a:lnTo>
                    <a:pt x="944054" y="0"/>
                  </a:lnTo>
                  <a:lnTo>
                    <a:pt x="944054" y="9525"/>
                  </a:lnTo>
                  <a:lnTo>
                    <a:pt x="972629" y="9525"/>
                  </a:lnTo>
                  <a:lnTo>
                    <a:pt x="972629" y="0"/>
                  </a:lnTo>
                  <a:close/>
                </a:path>
                <a:path h="762000" w="3305175">
                  <a:moveTo>
                    <a:pt x="1004557" y="752475"/>
                  </a:moveTo>
                  <a:lnTo>
                    <a:pt x="975982" y="752475"/>
                  </a:lnTo>
                  <a:lnTo>
                    <a:pt x="975982" y="762000"/>
                  </a:lnTo>
                  <a:lnTo>
                    <a:pt x="1004557" y="762000"/>
                  </a:lnTo>
                  <a:lnTo>
                    <a:pt x="1004557" y="752475"/>
                  </a:lnTo>
                  <a:close/>
                </a:path>
                <a:path h="762000" w="3305175">
                  <a:moveTo>
                    <a:pt x="1020305" y="0"/>
                  </a:moveTo>
                  <a:lnTo>
                    <a:pt x="991730" y="0"/>
                  </a:lnTo>
                  <a:lnTo>
                    <a:pt x="991730" y="9525"/>
                  </a:lnTo>
                  <a:lnTo>
                    <a:pt x="1020305" y="9525"/>
                  </a:lnTo>
                  <a:lnTo>
                    <a:pt x="1020305" y="0"/>
                  </a:lnTo>
                  <a:close/>
                </a:path>
                <a:path h="762000" w="3305175">
                  <a:moveTo>
                    <a:pt x="1052233" y="752475"/>
                  </a:moveTo>
                  <a:lnTo>
                    <a:pt x="1023658" y="752475"/>
                  </a:lnTo>
                  <a:lnTo>
                    <a:pt x="1023658" y="762000"/>
                  </a:lnTo>
                  <a:lnTo>
                    <a:pt x="1052233" y="762000"/>
                  </a:lnTo>
                  <a:lnTo>
                    <a:pt x="1052233" y="752475"/>
                  </a:lnTo>
                  <a:close/>
                </a:path>
                <a:path h="762000" w="3305175">
                  <a:moveTo>
                    <a:pt x="1067993" y="0"/>
                  </a:moveTo>
                  <a:lnTo>
                    <a:pt x="1039418" y="0"/>
                  </a:lnTo>
                  <a:lnTo>
                    <a:pt x="1039418" y="9525"/>
                  </a:lnTo>
                  <a:lnTo>
                    <a:pt x="1067993" y="9525"/>
                  </a:lnTo>
                  <a:lnTo>
                    <a:pt x="1067993" y="0"/>
                  </a:lnTo>
                  <a:close/>
                </a:path>
                <a:path h="762000" w="3305175">
                  <a:moveTo>
                    <a:pt x="1099921" y="752475"/>
                  </a:moveTo>
                  <a:lnTo>
                    <a:pt x="1071346" y="752475"/>
                  </a:lnTo>
                  <a:lnTo>
                    <a:pt x="1071346" y="762000"/>
                  </a:lnTo>
                  <a:lnTo>
                    <a:pt x="1099921" y="762000"/>
                  </a:lnTo>
                  <a:lnTo>
                    <a:pt x="1099921" y="752475"/>
                  </a:lnTo>
                  <a:close/>
                </a:path>
                <a:path h="762000" w="3305175">
                  <a:moveTo>
                    <a:pt x="1115669" y="0"/>
                  </a:moveTo>
                  <a:lnTo>
                    <a:pt x="1087094" y="0"/>
                  </a:lnTo>
                  <a:lnTo>
                    <a:pt x="1087094" y="9525"/>
                  </a:lnTo>
                  <a:lnTo>
                    <a:pt x="1115669" y="9525"/>
                  </a:lnTo>
                  <a:lnTo>
                    <a:pt x="1115669" y="0"/>
                  </a:lnTo>
                  <a:close/>
                </a:path>
                <a:path h="762000" w="3305175">
                  <a:moveTo>
                    <a:pt x="1147597" y="752475"/>
                  </a:moveTo>
                  <a:lnTo>
                    <a:pt x="1119022" y="752475"/>
                  </a:lnTo>
                  <a:lnTo>
                    <a:pt x="1119022" y="762000"/>
                  </a:lnTo>
                  <a:lnTo>
                    <a:pt x="1147597" y="762000"/>
                  </a:lnTo>
                  <a:lnTo>
                    <a:pt x="1147597" y="752475"/>
                  </a:lnTo>
                  <a:close/>
                </a:path>
                <a:path h="762000" w="3305175">
                  <a:moveTo>
                    <a:pt x="1163358" y="0"/>
                  </a:moveTo>
                  <a:lnTo>
                    <a:pt x="1134783" y="0"/>
                  </a:lnTo>
                  <a:lnTo>
                    <a:pt x="1134783" y="9525"/>
                  </a:lnTo>
                  <a:lnTo>
                    <a:pt x="1163358" y="9525"/>
                  </a:lnTo>
                  <a:lnTo>
                    <a:pt x="1163358" y="0"/>
                  </a:lnTo>
                  <a:close/>
                </a:path>
                <a:path h="762000" w="3305175">
                  <a:moveTo>
                    <a:pt x="1195285" y="752475"/>
                  </a:moveTo>
                  <a:lnTo>
                    <a:pt x="1166710" y="752475"/>
                  </a:lnTo>
                  <a:lnTo>
                    <a:pt x="1166710" y="762000"/>
                  </a:lnTo>
                  <a:lnTo>
                    <a:pt x="1195285" y="762000"/>
                  </a:lnTo>
                  <a:lnTo>
                    <a:pt x="1195285" y="752475"/>
                  </a:lnTo>
                  <a:close/>
                </a:path>
                <a:path h="762000" w="3305175">
                  <a:moveTo>
                    <a:pt x="1211033" y="0"/>
                  </a:moveTo>
                  <a:lnTo>
                    <a:pt x="1182458" y="0"/>
                  </a:lnTo>
                  <a:lnTo>
                    <a:pt x="1182458" y="9525"/>
                  </a:lnTo>
                  <a:lnTo>
                    <a:pt x="1211033" y="9525"/>
                  </a:lnTo>
                  <a:lnTo>
                    <a:pt x="1211033" y="0"/>
                  </a:lnTo>
                  <a:close/>
                </a:path>
                <a:path h="762000" w="3305175">
                  <a:moveTo>
                    <a:pt x="1242961" y="752475"/>
                  </a:moveTo>
                  <a:lnTo>
                    <a:pt x="1214386" y="752475"/>
                  </a:lnTo>
                  <a:lnTo>
                    <a:pt x="1214386" y="762000"/>
                  </a:lnTo>
                  <a:lnTo>
                    <a:pt x="1242961" y="762000"/>
                  </a:lnTo>
                  <a:lnTo>
                    <a:pt x="1242961" y="752475"/>
                  </a:lnTo>
                  <a:close/>
                </a:path>
                <a:path h="762000" w="3305175">
                  <a:moveTo>
                    <a:pt x="1258709" y="0"/>
                  </a:moveTo>
                  <a:lnTo>
                    <a:pt x="1230134" y="0"/>
                  </a:lnTo>
                  <a:lnTo>
                    <a:pt x="1230134" y="9525"/>
                  </a:lnTo>
                  <a:lnTo>
                    <a:pt x="1258709" y="9525"/>
                  </a:lnTo>
                  <a:lnTo>
                    <a:pt x="1258709" y="0"/>
                  </a:lnTo>
                  <a:close/>
                </a:path>
                <a:path h="762000" w="3305175">
                  <a:moveTo>
                    <a:pt x="1290650" y="752475"/>
                  </a:moveTo>
                  <a:lnTo>
                    <a:pt x="1262075" y="752475"/>
                  </a:lnTo>
                  <a:lnTo>
                    <a:pt x="1262075" y="762000"/>
                  </a:lnTo>
                  <a:lnTo>
                    <a:pt x="1290650" y="762000"/>
                  </a:lnTo>
                  <a:lnTo>
                    <a:pt x="1290650" y="752475"/>
                  </a:lnTo>
                  <a:close/>
                </a:path>
                <a:path h="762000" w="3305175">
                  <a:moveTo>
                    <a:pt x="1306398" y="0"/>
                  </a:moveTo>
                  <a:lnTo>
                    <a:pt x="1277823" y="0"/>
                  </a:lnTo>
                  <a:lnTo>
                    <a:pt x="1277823" y="9525"/>
                  </a:lnTo>
                  <a:lnTo>
                    <a:pt x="1306398" y="9525"/>
                  </a:lnTo>
                  <a:lnTo>
                    <a:pt x="1306398" y="0"/>
                  </a:lnTo>
                  <a:close/>
                </a:path>
                <a:path h="762000" w="3305175">
                  <a:moveTo>
                    <a:pt x="1338326" y="752475"/>
                  </a:moveTo>
                  <a:lnTo>
                    <a:pt x="1309751" y="752475"/>
                  </a:lnTo>
                  <a:lnTo>
                    <a:pt x="1309751" y="762000"/>
                  </a:lnTo>
                  <a:lnTo>
                    <a:pt x="1338326" y="762000"/>
                  </a:lnTo>
                  <a:lnTo>
                    <a:pt x="1338326" y="752475"/>
                  </a:lnTo>
                  <a:close/>
                </a:path>
                <a:path h="762000" w="3305175">
                  <a:moveTo>
                    <a:pt x="1354074" y="0"/>
                  </a:moveTo>
                  <a:lnTo>
                    <a:pt x="1325499" y="0"/>
                  </a:lnTo>
                  <a:lnTo>
                    <a:pt x="1325499" y="9525"/>
                  </a:lnTo>
                  <a:lnTo>
                    <a:pt x="1354074" y="9525"/>
                  </a:lnTo>
                  <a:lnTo>
                    <a:pt x="1354074" y="0"/>
                  </a:lnTo>
                  <a:close/>
                </a:path>
                <a:path h="762000" w="3305175">
                  <a:moveTo>
                    <a:pt x="1386014" y="752475"/>
                  </a:moveTo>
                  <a:lnTo>
                    <a:pt x="1357439" y="752475"/>
                  </a:lnTo>
                  <a:lnTo>
                    <a:pt x="1357439" y="762000"/>
                  </a:lnTo>
                  <a:lnTo>
                    <a:pt x="1386014" y="762000"/>
                  </a:lnTo>
                  <a:lnTo>
                    <a:pt x="1386014" y="752475"/>
                  </a:lnTo>
                  <a:close/>
                </a:path>
                <a:path h="762000" w="3305175">
                  <a:moveTo>
                    <a:pt x="1401762" y="0"/>
                  </a:moveTo>
                  <a:lnTo>
                    <a:pt x="1373187" y="0"/>
                  </a:lnTo>
                  <a:lnTo>
                    <a:pt x="1373187" y="9525"/>
                  </a:lnTo>
                  <a:lnTo>
                    <a:pt x="1401762" y="9525"/>
                  </a:lnTo>
                  <a:lnTo>
                    <a:pt x="1401762" y="0"/>
                  </a:lnTo>
                  <a:close/>
                </a:path>
                <a:path h="762000" w="3305175">
                  <a:moveTo>
                    <a:pt x="1433690" y="752475"/>
                  </a:moveTo>
                  <a:lnTo>
                    <a:pt x="1405115" y="752475"/>
                  </a:lnTo>
                  <a:lnTo>
                    <a:pt x="1405115" y="762000"/>
                  </a:lnTo>
                  <a:lnTo>
                    <a:pt x="1433690" y="762000"/>
                  </a:lnTo>
                  <a:lnTo>
                    <a:pt x="1433690" y="752475"/>
                  </a:lnTo>
                  <a:close/>
                </a:path>
                <a:path h="762000" w="3305175">
                  <a:moveTo>
                    <a:pt x="1449438" y="0"/>
                  </a:moveTo>
                  <a:lnTo>
                    <a:pt x="1420863" y="0"/>
                  </a:lnTo>
                  <a:lnTo>
                    <a:pt x="1420863" y="9525"/>
                  </a:lnTo>
                  <a:lnTo>
                    <a:pt x="1449438" y="9525"/>
                  </a:lnTo>
                  <a:lnTo>
                    <a:pt x="1449438" y="0"/>
                  </a:lnTo>
                  <a:close/>
                </a:path>
                <a:path h="762000" w="3305175">
                  <a:moveTo>
                    <a:pt x="1481366" y="752475"/>
                  </a:moveTo>
                  <a:lnTo>
                    <a:pt x="1452791" y="752475"/>
                  </a:lnTo>
                  <a:lnTo>
                    <a:pt x="1452791" y="762000"/>
                  </a:lnTo>
                  <a:lnTo>
                    <a:pt x="1481366" y="762000"/>
                  </a:lnTo>
                  <a:lnTo>
                    <a:pt x="1481366" y="752475"/>
                  </a:lnTo>
                  <a:close/>
                </a:path>
                <a:path h="762000" w="3305175">
                  <a:moveTo>
                    <a:pt x="1497126" y="0"/>
                  </a:moveTo>
                  <a:lnTo>
                    <a:pt x="1468551" y="0"/>
                  </a:lnTo>
                  <a:lnTo>
                    <a:pt x="1468551" y="9525"/>
                  </a:lnTo>
                  <a:lnTo>
                    <a:pt x="1497126" y="9525"/>
                  </a:lnTo>
                  <a:lnTo>
                    <a:pt x="1497126" y="0"/>
                  </a:lnTo>
                  <a:close/>
                </a:path>
                <a:path h="762000" w="3305175">
                  <a:moveTo>
                    <a:pt x="1529054" y="752475"/>
                  </a:moveTo>
                  <a:lnTo>
                    <a:pt x="1500479" y="752475"/>
                  </a:lnTo>
                  <a:lnTo>
                    <a:pt x="1500479" y="762000"/>
                  </a:lnTo>
                  <a:lnTo>
                    <a:pt x="1529054" y="762000"/>
                  </a:lnTo>
                  <a:lnTo>
                    <a:pt x="1529054" y="752475"/>
                  </a:lnTo>
                  <a:close/>
                </a:path>
                <a:path h="762000" w="3305175">
                  <a:moveTo>
                    <a:pt x="1544802" y="0"/>
                  </a:moveTo>
                  <a:lnTo>
                    <a:pt x="1516227" y="0"/>
                  </a:lnTo>
                  <a:lnTo>
                    <a:pt x="1516227" y="9525"/>
                  </a:lnTo>
                  <a:lnTo>
                    <a:pt x="1544802" y="9525"/>
                  </a:lnTo>
                  <a:lnTo>
                    <a:pt x="1544802" y="0"/>
                  </a:lnTo>
                  <a:close/>
                </a:path>
                <a:path h="762000" w="3305175">
                  <a:moveTo>
                    <a:pt x="1576730" y="752475"/>
                  </a:moveTo>
                  <a:lnTo>
                    <a:pt x="1548155" y="752475"/>
                  </a:lnTo>
                  <a:lnTo>
                    <a:pt x="1548155" y="762000"/>
                  </a:lnTo>
                  <a:lnTo>
                    <a:pt x="1576730" y="762000"/>
                  </a:lnTo>
                  <a:lnTo>
                    <a:pt x="1576730" y="752475"/>
                  </a:lnTo>
                  <a:close/>
                </a:path>
                <a:path h="762000" w="3305175">
                  <a:moveTo>
                    <a:pt x="1592478" y="0"/>
                  </a:moveTo>
                  <a:lnTo>
                    <a:pt x="1563903" y="0"/>
                  </a:lnTo>
                  <a:lnTo>
                    <a:pt x="1563903" y="9525"/>
                  </a:lnTo>
                  <a:lnTo>
                    <a:pt x="1592478" y="9525"/>
                  </a:lnTo>
                  <a:lnTo>
                    <a:pt x="1592478" y="0"/>
                  </a:lnTo>
                  <a:close/>
                </a:path>
                <a:path h="762000" w="3305175">
                  <a:moveTo>
                    <a:pt x="1624418" y="752475"/>
                  </a:moveTo>
                  <a:lnTo>
                    <a:pt x="1595843" y="752475"/>
                  </a:lnTo>
                  <a:lnTo>
                    <a:pt x="1595843" y="762000"/>
                  </a:lnTo>
                  <a:lnTo>
                    <a:pt x="1624418" y="762000"/>
                  </a:lnTo>
                  <a:lnTo>
                    <a:pt x="1624418" y="752475"/>
                  </a:lnTo>
                  <a:close/>
                </a:path>
                <a:path h="762000" w="3305175">
                  <a:moveTo>
                    <a:pt x="1640166" y="0"/>
                  </a:moveTo>
                  <a:lnTo>
                    <a:pt x="1611591" y="0"/>
                  </a:lnTo>
                  <a:lnTo>
                    <a:pt x="1611591" y="9525"/>
                  </a:lnTo>
                  <a:lnTo>
                    <a:pt x="1640166" y="9525"/>
                  </a:lnTo>
                  <a:lnTo>
                    <a:pt x="1640166" y="0"/>
                  </a:lnTo>
                  <a:close/>
                </a:path>
                <a:path h="762000" w="3305175">
                  <a:moveTo>
                    <a:pt x="1672094" y="752475"/>
                  </a:moveTo>
                  <a:lnTo>
                    <a:pt x="1643519" y="752475"/>
                  </a:lnTo>
                  <a:lnTo>
                    <a:pt x="1643519" y="762000"/>
                  </a:lnTo>
                  <a:lnTo>
                    <a:pt x="1672094" y="762000"/>
                  </a:lnTo>
                  <a:lnTo>
                    <a:pt x="1672094" y="752475"/>
                  </a:lnTo>
                  <a:close/>
                </a:path>
                <a:path h="762000" w="3305175">
                  <a:moveTo>
                    <a:pt x="1687842" y="0"/>
                  </a:moveTo>
                  <a:lnTo>
                    <a:pt x="1659267" y="0"/>
                  </a:lnTo>
                  <a:lnTo>
                    <a:pt x="1659267" y="9525"/>
                  </a:lnTo>
                  <a:lnTo>
                    <a:pt x="1687842" y="9525"/>
                  </a:lnTo>
                  <a:lnTo>
                    <a:pt x="1687842" y="0"/>
                  </a:lnTo>
                  <a:close/>
                </a:path>
                <a:path h="762000" w="3305175">
                  <a:moveTo>
                    <a:pt x="1719783" y="752475"/>
                  </a:moveTo>
                  <a:lnTo>
                    <a:pt x="1691208" y="752475"/>
                  </a:lnTo>
                  <a:lnTo>
                    <a:pt x="1691208" y="762000"/>
                  </a:lnTo>
                  <a:lnTo>
                    <a:pt x="1719783" y="762000"/>
                  </a:lnTo>
                  <a:lnTo>
                    <a:pt x="1719783" y="752475"/>
                  </a:lnTo>
                  <a:close/>
                </a:path>
                <a:path h="762000" w="3305175">
                  <a:moveTo>
                    <a:pt x="1735531" y="0"/>
                  </a:moveTo>
                  <a:lnTo>
                    <a:pt x="1706956" y="0"/>
                  </a:lnTo>
                  <a:lnTo>
                    <a:pt x="1706956" y="9525"/>
                  </a:lnTo>
                  <a:lnTo>
                    <a:pt x="1735531" y="9525"/>
                  </a:lnTo>
                  <a:lnTo>
                    <a:pt x="1735531" y="0"/>
                  </a:lnTo>
                  <a:close/>
                </a:path>
                <a:path h="762000" w="3305175">
                  <a:moveTo>
                    <a:pt x="1767459" y="752475"/>
                  </a:moveTo>
                  <a:lnTo>
                    <a:pt x="1738884" y="752475"/>
                  </a:lnTo>
                  <a:lnTo>
                    <a:pt x="1738884" y="762000"/>
                  </a:lnTo>
                  <a:lnTo>
                    <a:pt x="1767459" y="762000"/>
                  </a:lnTo>
                  <a:lnTo>
                    <a:pt x="1767459" y="752475"/>
                  </a:lnTo>
                  <a:close/>
                </a:path>
                <a:path h="762000" w="3305175">
                  <a:moveTo>
                    <a:pt x="1783207" y="0"/>
                  </a:moveTo>
                  <a:lnTo>
                    <a:pt x="1754632" y="0"/>
                  </a:lnTo>
                  <a:lnTo>
                    <a:pt x="1754632" y="9525"/>
                  </a:lnTo>
                  <a:lnTo>
                    <a:pt x="1783207" y="9525"/>
                  </a:lnTo>
                  <a:lnTo>
                    <a:pt x="1783207" y="0"/>
                  </a:lnTo>
                  <a:close/>
                </a:path>
                <a:path h="762000" w="3305175">
                  <a:moveTo>
                    <a:pt x="1815134" y="752475"/>
                  </a:moveTo>
                  <a:lnTo>
                    <a:pt x="1786559" y="752475"/>
                  </a:lnTo>
                  <a:lnTo>
                    <a:pt x="1786559" y="762000"/>
                  </a:lnTo>
                  <a:lnTo>
                    <a:pt x="1815134" y="762000"/>
                  </a:lnTo>
                  <a:lnTo>
                    <a:pt x="1815134" y="752475"/>
                  </a:lnTo>
                  <a:close/>
                </a:path>
                <a:path h="762000" w="3305175">
                  <a:moveTo>
                    <a:pt x="1830895" y="0"/>
                  </a:moveTo>
                  <a:lnTo>
                    <a:pt x="1802320" y="0"/>
                  </a:lnTo>
                  <a:lnTo>
                    <a:pt x="1802320" y="9525"/>
                  </a:lnTo>
                  <a:lnTo>
                    <a:pt x="1830895" y="9525"/>
                  </a:lnTo>
                  <a:lnTo>
                    <a:pt x="1830895" y="0"/>
                  </a:lnTo>
                  <a:close/>
                </a:path>
                <a:path h="762000" w="3305175">
                  <a:moveTo>
                    <a:pt x="1862823" y="752475"/>
                  </a:moveTo>
                  <a:lnTo>
                    <a:pt x="1834248" y="752475"/>
                  </a:lnTo>
                  <a:lnTo>
                    <a:pt x="1834248" y="762000"/>
                  </a:lnTo>
                  <a:lnTo>
                    <a:pt x="1862823" y="762000"/>
                  </a:lnTo>
                  <a:lnTo>
                    <a:pt x="1862823" y="752475"/>
                  </a:lnTo>
                  <a:close/>
                </a:path>
                <a:path h="762000" w="3305175">
                  <a:moveTo>
                    <a:pt x="1878571" y="0"/>
                  </a:moveTo>
                  <a:lnTo>
                    <a:pt x="1849996" y="0"/>
                  </a:lnTo>
                  <a:lnTo>
                    <a:pt x="1849996" y="9525"/>
                  </a:lnTo>
                  <a:lnTo>
                    <a:pt x="1878571" y="9525"/>
                  </a:lnTo>
                  <a:lnTo>
                    <a:pt x="1878571" y="0"/>
                  </a:lnTo>
                  <a:close/>
                </a:path>
                <a:path h="762000" w="3305175">
                  <a:moveTo>
                    <a:pt x="1910499" y="752475"/>
                  </a:moveTo>
                  <a:lnTo>
                    <a:pt x="1881924" y="752475"/>
                  </a:lnTo>
                  <a:lnTo>
                    <a:pt x="1881924" y="762000"/>
                  </a:lnTo>
                  <a:lnTo>
                    <a:pt x="1910499" y="762000"/>
                  </a:lnTo>
                  <a:lnTo>
                    <a:pt x="1910499" y="752475"/>
                  </a:lnTo>
                  <a:close/>
                </a:path>
                <a:path h="762000" w="3305175">
                  <a:moveTo>
                    <a:pt x="1926247" y="0"/>
                  </a:moveTo>
                  <a:lnTo>
                    <a:pt x="1897672" y="0"/>
                  </a:lnTo>
                  <a:lnTo>
                    <a:pt x="1897672" y="9525"/>
                  </a:lnTo>
                  <a:lnTo>
                    <a:pt x="1926247" y="9525"/>
                  </a:lnTo>
                  <a:lnTo>
                    <a:pt x="1926247" y="0"/>
                  </a:lnTo>
                  <a:close/>
                </a:path>
                <a:path h="762000" w="3305175">
                  <a:moveTo>
                    <a:pt x="1958187" y="752475"/>
                  </a:moveTo>
                  <a:lnTo>
                    <a:pt x="1929612" y="752475"/>
                  </a:lnTo>
                  <a:lnTo>
                    <a:pt x="1929612" y="762000"/>
                  </a:lnTo>
                  <a:lnTo>
                    <a:pt x="1958187" y="762000"/>
                  </a:lnTo>
                  <a:lnTo>
                    <a:pt x="1958187" y="752475"/>
                  </a:lnTo>
                  <a:close/>
                </a:path>
                <a:path h="762000" w="3305175">
                  <a:moveTo>
                    <a:pt x="1973935" y="0"/>
                  </a:moveTo>
                  <a:lnTo>
                    <a:pt x="1945360" y="0"/>
                  </a:lnTo>
                  <a:lnTo>
                    <a:pt x="1945360" y="9525"/>
                  </a:lnTo>
                  <a:lnTo>
                    <a:pt x="1973935" y="9525"/>
                  </a:lnTo>
                  <a:lnTo>
                    <a:pt x="1973935" y="0"/>
                  </a:lnTo>
                  <a:close/>
                </a:path>
                <a:path h="762000" w="3305175">
                  <a:moveTo>
                    <a:pt x="2005863" y="752475"/>
                  </a:moveTo>
                  <a:lnTo>
                    <a:pt x="1977288" y="752475"/>
                  </a:lnTo>
                  <a:lnTo>
                    <a:pt x="1977288" y="762000"/>
                  </a:lnTo>
                  <a:lnTo>
                    <a:pt x="2005863" y="762000"/>
                  </a:lnTo>
                  <a:lnTo>
                    <a:pt x="2005863" y="752475"/>
                  </a:lnTo>
                  <a:close/>
                </a:path>
                <a:path h="762000" w="3305175">
                  <a:moveTo>
                    <a:pt x="2021611" y="0"/>
                  </a:moveTo>
                  <a:lnTo>
                    <a:pt x="1993036" y="0"/>
                  </a:lnTo>
                  <a:lnTo>
                    <a:pt x="1993036" y="9525"/>
                  </a:lnTo>
                  <a:lnTo>
                    <a:pt x="2021611" y="9525"/>
                  </a:lnTo>
                  <a:lnTo>
                    <a:pt x="2021611" y="0"/>
                  </a:lnTo>
                  <a:close/>
                </a:path>
                <a:path h="762000" w="3305175">
                  <a:moveTo>
                    <a:pt x="2053551" y="752475"/>
                  </a:moveTo>
                  <a:lnTo>
                    <a:pt x="2024976" y="752475"/>
                  </a:lnTo>
                  <a:lnTo>
                    <a:pt x="2024976" y="762000"/>
                  </a:lnTo>
                  <a:lnTo>
                    <a:pt x="2053551" y="762000"/>
                  </a:lnTo>
                  <a:lnTo>
                    <a:pt x="2053551" y="752475"/>
                  </a:lnTo>
                  <a:close/>
                </a:path>
                <a:path h="762000" w="3305175">
                  <a:moveTo>
                    <a:pt x="2069299" y="0"/>
                  </a:moveTo>
                  <a:lnTo>
                    <a:pt x="2040724" y="0"/>
                  </a:lnTo>
                  <a:lnTo>
                    <a:pt x="2040724" y="9525"/>
                  </a:lnTo>
                  <a:lnTo>
                    <a:pt x="2069299" y="9525"/>
                  </a:lnTo>
                  <a:lnTo>
                    <a:pt x="2069299" y="0"/>
                  </a:lnTo>
                  <a:close/>
                </a:path>
                <a:path h="762000" w="3305175">
                  <a:moveTo>
                    <a:pt x="2101227" y="752475"/>
                  </a:moveTo>
                  <a:lnTo>
                    <a:pt x="2072652" y="752475"/>
                  </a:lnTo>
                  <a:lnTo>
                    <a:pt x="2072652" y="762000"/>
                  </a:lnTo>
                  <a:lnTo>
                    <a:pt x="2101227" y="762000"/>
                  </a:lnTo>
                  <a:lnTo>
                    <a:pt x="2101227" y="752475"/>
                  </a:lnTo>
                  <a:close/>
                </a:path>
                <a:path h="762000" w="3305175">
                  <a:moveTo>
                    <a:pt x="2116975" y="0"/>
                  </a:moveTo>
                  <a:lnTo>
                    <a:pt x="2088400" y="0"/>
                  </a:lnTo>
                  <a:lnTo>
                    <a:pt x="2088400" y="9525"/>
                  </a:lnTo>
                  <a:lnTo>
                    <a:pt x="2116975" y="9525"/>
                  </a:lnTo>
                  <a:lnTo>
                    <a:pt x="2116975" y="0"/>
                  </a:lnTo>
                  <a:close/>
                </a:path>
                <a:path h="762000" w="3305175">
                  <a:moveTo>
                    <a:pt x="2148916" y="752475"/>
                  </a:moveTo>
                  <a:lnTo>
                    <a:pt x="2120341" y="752475"/>
                  </a:lnTo>
                  <a:lnTo>
                    <a:pt x="2120341" y="762000"/>
                  </a:lnTo>
                  <a:lnTo>
                    <a:pt x="2148916" y="762000"/>
                  </a:lnTo>
                  <a:lnTo>
                    <a:pt x="2148916" y="752475"/>
                  </a:lnTo>
                  <a:close/>
                </a:path>
                <a:path h="762000" w="3305175">
                  <a:moveTo>
                    <a:pt x="2164664" y="0"/>
                  </a:moveTo>
                  <a:lnTo>
                    <a:pt x="2136089" y="0"/>
                  </a:lnTo>
                  <a:lnTo>
                    <a:pt x="2136089" y="9525"/>
                  </a:lnTo>
                  <a:lnTo>
                    <a:pt x="2164664" y="9525"/>
                  </a:lnTo>
                  <a:lnTo>
                    <a:pt x="2164664" y="0"/>
                  </a:lnTo>
                  <a:close/>
                </a:path>
                <a:path h="762000" w="3305175">
                  <a:moveTo>
                    <a:pt x="2196592" y="752475"/>
                  </a:moveTo>
                  <a:lnTo>
                    <a:pt x="2168017" y="752475"/>
                  </a:lnTo>
                  <a:lnTo>
                    <a:pt x="2168017" y="762000"/>
                  </a:lnTo>
                  <a:lnTo>
                    <a:pt x="2196592" y="762000"/>
                  </a:lnTo>
                  <a:lnTo>
                    <a:pt x="2196592" y="752475"/>
                  </a:lnTo>
                  <a:close/>
                </a:path>
                <a:path h="762000" w="3305175">
                  <a:moveTo>
                    <a:pt x="2212340" y="0"/>
                  </a:moveTo>
                  <a:lnTo>
                    <a:pt x="2183765" y="0"/>
                  </a:lnTo>
                  <a:lnTo>
                    <a:pt x="2183765" y="9525"/>
                  </a:lnTo>
                  <a:lnTo>
                    <a:pt x="2212340" y="9525"/>
                  </a:lnTo>
                  <a:lnTo>
                    <a:pt x="2212340" y="0"/>
                  </a:lnTo>
                  <a:close/>
                </a:path>
                <a:path h="762000" w="3305175">
                  <a:moveTo>
                    <a:pt x="2244267" y="752475"/>
                  </a:moveTo>
                  <a:lnTo>
                    <a:pt x="2215692" y="752475"/>
                  </a:lnTo>
                  <a:lnTo>
                    <a:pt x="2215692" y="762000"/>
                  </a:lnTo>
                  <a:lnTo>
                    <a:pt x="2244267" y="762000"/>
                  </a:lnTo>
                  <a:lnTo>
                    <a:pt x="2244267" y="752475"/>
                  </a:lnTo>
                  <a:close/>
                </a:path>
                <a:path h="762000" w="3305175">
                  <a:moveTo>
                    <a:pt x="2260028" y="0"/>
                  </a:moveTo>
                  <a:lnTo>
                    <a:pt x="2231453" y="0"/>
                  </a:lnTo>
                  <a:lnTo>
                    <a:pt x="2231453" y="9525"/>
                  </a:lnTo>
                  <a:lnTo>
                    <a:pt x="2260028" y="9525"/>
                  </a:lnTo>
                  <a:lnTo>
                    <a:pt x="2260028" y="0"/>
                  </a:lnTo>
                  <a:close/>
                </a:path>
                <a:path h="762000" w="3305175">
                  <a:moveTo>
                    <a:pt x="2291956" y="752475"/>
                  </a:moveTo>
                  <a:lnTo>
                    <a:pt x="2263381" y="752475"/>
                  </a:lnTo>
                  <a:lnTo>
                    <a:pt x="2263381" y="762000"/>
                  </a:lnTo>
                  <a:lnTo>
                    <a:pt x="2291956" y="762000"/>
                  </a:lnTo>
                  <a:lnTo>
                    <a:pt x="2291956" y="752475"/>
                  </a:lnTo>
                  <a:close/>
                </a:path>
                <a:path h="762000" w="3305175">
                  <a:moveTo>
                    <a:pt x="2307704" y="0"/>
                  </a:moveTo>
                  <a:lnTo>
                    <a:pt x="2279129" y="0"/>
                  </a:lnTo>
                  <a:lnTo>
                    <a:pt x="2279129" y="9525"/>
                  </a:lnTo>
                  <a:lnTo>
                    <a:pt x="2307704" y="9525"/>
                  </a:lnTo>
                  <a:lnTo>
                    <a:pt x="2307704" y="0"/>
                  </a:lnTo>
                  <a:close/>
                </a:path>
                <a:path h="762000" w="3305175">
                  <a:moveTo>
                    <a:pt x="2339632" y="752475"/>
                  </a:moveTo>
                  <a:lnTo>
                    <a:pt x="2311057" y="752475"/>
                  </a:lnTo>
                  <a:lnTo>
                    <a:pt x="2311057" y="762000"/>
                  </a:lnTo>
                  <a:lnTo>
                    <a:pt x="2339632" y="762000"/>
                  </a:lnTo>
                  <a:lnTo>
                    <a:pt x="2339632" y="752475"/>
                  </a:lnTo>
                  <a:close/>
                </a:path>
                <a:path h="762000" w="3305175">
                  <a:moveTo>
                    <a:pt x="2355380" y="0"/>
                  </a:moveTo>
                  <a:lnTo>
                    <a:pt x="2326805" y="0"/>
                  </a:lnTo>
                  <a:lnTo>
                    <a:pt x="2326805" y="9525"/>
                  </a:lnTo>
                  <a:lnTo>
                    <a:pt x="2355380" y="9525"/>
                  </a:lnTo>
                  <a:lnTo>
                    <a:pt x="2355380" y="0"/>
                  </a:lnTo>
                  <a:close/>
                </a:path>
                <a:path h="762000" w="3305175">
                  <a:moveTo>
                    <a:pt x="2387320" y="752475"/>
                  </a:moveTo>
                  <a:lnTo>
                    <a:pt x="2358745" y="752475"/>
                  </a:lnTo>
                  <a:lnTo>
                    <a:pt x="2358745" y="762000"/>
                  </a:lnTo>
                  <a:lnTo>
                    <a:pt x="2387320" y="762000"/>
                  </a:lnTo>
                  <a:lnTo>
                    <a:pt x="2387320" y="752475"/>
                  </a:lnTo>
                  <a:close/>
                </a:path>
                <a:path h="762000" w="3305175">
                  <a:moveTo>
                    <a:pt x="2403068" y="0"/>
                  </a:moveTo>
                  <a:lnTo>
                    <a:pt x="2374493" y="0"/>
                  </a:lnTo>
                  <a:lnTo>
                    <a:pt x="2374493" y="9525"/>
                  </a:lnTo>
                  <a:lnTo>
                    <a:pt x="2403068" y="9525"/>
                  </a:lnTo>
                  <a:lnTo>
                    <a:pt x="2403068" y="0"/>
                  </a:lnTo>
                  <a:close/>
                </a:path>
                <a:path h="762000" w="3305175">
                  <a:moveTo>
                    <a:pt x="2434996" y="752475"/>
                  </a:moveTo>
                  <a:lnTo>
                    <a:pt x="2406421" y="752475"/>
                  </a:lnTo>
                  <a:lnTo>
                    <a:pt x="2406421" y="762000"/>
                  </a:lnTo>
                  <a:lnTo>
                    <a:pt x="2434996" y="762000"/>
                  </a:lnTo>
                  <a:lnTo>
                    <a:pt x="2434996" y="752475"/>
                  </a:lnTo>
                  <a:close/>
                </a:path>
                <a:path h="762000" w="3305175">
                  <a:moveTo>
                    <a:pt x="2450744" y="0"/>
                  </a:moveTo>
                  <a:lnTo>
                    <a:pt x="2422169" y="0"/>
                  </a:lnTo>
                  <a:lnTo>
                    <a:pt x="2422169" y="9525"/>
                  </a:lnTo>
                  <a:lnTo>
                    <a:pt x="2450744" y="9525"/>
                  </a:lnTo>
                  <a:lnTo>
                    <a:pt x="2450744" y="0"/>
                  </a:lnTo>
                  <a:close/>
                </a:path>
                <a:path h="762000" w="3305175">
                  <a:moveTo>
                    <a:pt x="2482685" y="752475"/>
                  </a:moveTo>
                  <a:lnTo>
                    <a:pt x="2454110" y="752475"/>
                  </a:lnTo>
                  <a:lnTo>
                    <a:pt x="2454110" y="762000"/>
                  </a:lnTo>
                  <a:lnTo>
                    <a:pt x="2482685" y="762000"/>
                  </a:lnTo>
                  <a:lnTo>
                    <a:pt x="2482685" y="752475"/>
                  </a:lnTo>
                  <a:close/>
                </a:path>
                <a:path h="762000" w="3305175">
                  <a:moveTo>
                    <a:pt x="2498433" y="0"/>
                  </a:moveTo>
                  <a:lnTo>
                    <a:pt x="2469858" y="0"/>
                  </a:lnTo>
                  <a:lnTo>
                    <a:pt x="2469858" y="9525"/>
                  </a:lnTo>
                  <a:lnTo>
                    <a:pt x="2498433" y="9525"/>
                  </a:lnTo>
                  <a:lnTo>
                    <a:pt x="2498433" y="0"/>
                  </a:lnTo>
                  <a:close/>
                </a:path>
                <a:path h="762000" w="3305175">
                  <a:moveTo>
                    <a:pt x="2530360" y="752475"/>
                  </a:moveTo>
                  <a:lnTo>
                    <a:pt x="2501785" y="752475"/>
                  </a:lnTo>
                  <a:lnTo>
                    <a:pt x="2501785" y="762000"/>
                  </a:lnTo>
                  <a:lnTo>
                    <a:pt x="2530360" y="762000"/>
                  </a:lnTo>
                  <a:lnTo>
                    <a:pt x="2530360" y="752475"/>
                  </a:lnTo>
                  <a:close/>
                </a:path>
                <a:path h="762000" w="3305175">
                  <a:moveTo>
                    <a:pt x="2546108" y="0"/>
                  </a:moveTo>
                  <a:lnTo>
                    <a:pt x="2517533" y="0"/>
                  </a:lnTo>
                  <a:lnTo>
                    <a:pt x="2517533" y="9525"/>
                  </a:lnTo>
                  <a:lnTo>
                    <a:pt x="2546108" y="9525"/>
                  </a:lnTo>
                  <a:lnTo>
                    <a:pt x="2546108" y="0"/>
                  </a:lnTo>
                  <a:close/>
                </a:path>
                <a:path h="762000" w="3305175">
                  <a:moveTo>
                    <a:pt x="2578036" y="752475"/>
                  </a:moveTo>
                  <a:lnTo>
                    <a:pt x="2549461" y="752475"/>
                  </a:lnTo>
                  <a:lnTo>
                    <a:pt x="2549461" y="762000"/>
                  </a:lnTo>
                  <a:lnTo>
                    <a:pt x="2578036" y="762000"/>
                  </a:lnTo>
                  <a:lnTo>
                    <a:pt x="2578036" y="752475"/>
                  </a:lnTo>
                  <a:close/>
                </a:path>
                <a:path h="762000" w="3305175">
                  <a:moveTo>
                    <a:pt x="2593797" y="0"/>
                  </a:moveTo>
                  <a:lnTo>
                    <a:pt x="2565222" y="0"/>
                  </a:lnTo>
                  <a:lnTo>
                    <a:pt x="2565222" y="9525"/>
                  </a:lnTo>
                  <a:lnTo>
                    <a:pt x="2593797" y="9525"/>
                  </a:lnTo>
                  <a:lnTo>
                    <a:pt x="2593797" y="0"/>
                  </a:lnTo>
                  <a:close/>
                </a:path>
                <a:path h="762000" w="3305175">
                  <a:moveTo>
                    <a:pt x="2625725" y="752475"/>
                  </a:moveTo>
                  <a:lnTo>
                    <a:pt x="2597150" y="752475"/>
                  </a:lnTo>
                  <a:lnTo>
                    <a:pt x="2597150" y="762000"/>
                  </a:lnTo>
                  <a:lnTo>
                    <a:pt x="2625725" y="762000"/>
                  </a:lnTo>
                  <a:lnTo>
                    <a:pt x="2625725" y="752475"/>
                  </a:lnTo>
                  <a:close/>
                </a:path>
                <a:path h="762000" w="3305175">
                  <a:moveTo>
                    <a:pt x="2641473" y="0"/>
                  </a:moveTo>
                  <a:lnTo>
                    <a:pt x="2612898" y="0"/>
                  </a:lnTo>
                  <a:lnTo>
                    <a:pt x="2612898" y="9525"/>
                  </a:lnTo>
                  <a:lnTo>
                    <a:pt x="2641473" y="9525"/>
                  </a:lnTo>
                  <a:lnTo>
                    <a:pt x="2641473" y="0"/>
                  </a:lnTo>
                  <a:close/>
                </a:path>
                <a:path h="762000" w="3305175">
                  <a:moveTo>
                    <a:pt x="2673400" y="752475"/>
                  </a:moveTo>
                  <a:lnTo>
                    <a:pt x="2644825" y="752475"/>
                  </a:lnTo>
                  <a:lnTo>
                    <a:pt x="2644825" y="762000"/>
                  </a:lnTo>
                  <a:lnTo>
                    <a:pt x="2673400" y="762000"/>
                  </a:lnTo>
                  <a:lnTo>
                    <a:pt x="2673400" y="752475"/>
                  </a:lnTo>
                  <a:close/>
                </a:path>
                <a:path h="762000" w="3305175">
                  <a:moveTo>
                    <a:pt x="2689161" y="0"/>
                  </a:moveTo>
                  <a:lnTo>
                    <a:pt x="2660586" y="0"/>
                  </a:lnTo>
                  <a:lnTo>
                    <a:pt x="2660586" y="9525"/>
                  </a:lnTo>
                  <a:lnTo>
                    <a:pt x="2689161" y="9525"/>
                  </a:lnTo>
                  <a:lnTo>
                    <a:pt x="2689161" y="0"/>
                  </a:lnTo>
                  <a:close/>
                </a:path>
                <a:path h="762000" w="3305175">
                  <a:moveTo>
                    <a:pt x="2721089" y="752475"/>
                  </a:moveTo>
                  <a:lnTo>
                    <a:pt x="2692514" y="752475"/>
                  </a:lnTo>
                  <a:lnTo>
                    <a:pt x="2692514" y="762000"/>
                  </a:lnTo>
                  <a:lnTo>
                    <a:pt x="2721089" y="762000"/>
                  </a:lnTo>
                  <a:lnTo>
                    <a:pt x="2721089" y="752475"/>
                  </a:lnTo>
                  <a:close/>
                </a:path>
                <a:path h="762000" w="3305175">
                  <a:moveTo>
                    <a:pt x="2736837" y="0"/>
                  </a:moveTo>
                  <a:lnTo>
                    <a:pt x="2708262" y="0"/>
                  </a:lnTo>
                  <a:lnTo>
                    <a:pt x="2708262" y="9525"/>
                  </a:lnTo>
                  <a:lnTo>
                    <a:pt x="2736837" y="9525"/>
                  </a:lnTo>
                  <a:lnTo>
                    <a:pt x="2736837" y="0"/>
                  </a:lnTo>
                  <a:close/>
                </a:path>
                <a:path h="762000" w="3305175">
                  <a:moveTo>
                    <a:pt x="2768765" y="752475"/>
                  </a:moveTo>
                  <a:lnTo>
                    <a:pt x="2740190" y="752475"/>
                  </a:lnTo>
                  <a:lnTo>
                    <a:pt x="2740190" y="762000"/>
                  </a:lnTo>
                  <a:lnTo>
                    <a:pt x="2768765" y="762000"/>
                  </a:lnTo>
                  <a:lnTo>
                    <a:pt x="2768765" y="752475"/>
                  </a:lnTo>
                  <a:close/>
                </a:path>
                <a:path h="762000" w="3305175">
                  <a:moveTo>
                    <a:pt x="2784513" y="0"/>
                  </a:moveTo>
                  <a:lnTo>
                    <a:pt x="2755938" y="0"/>
                  </a:lnTo>
                  <a:lnTo>
                    <a:pt x="2755938" y="9525"/>
                  </a:lnTo>
                  <a:lnTo>
                    <a:pt x="2784513" y="9525"/>
                  </a:lnTo>
                  <a:lnTo>
                    <a:pt x="2784513" y="0"/>
                  </a:lnTo>
                  <a:close/>
                </a:path>
                <a:path h="762000" w="3305175">
                  <a:moveTo>
                    <a:pt x="2816453" y="752475"/>
                  </a:moveTo>
                  <a:lnTo>
                    <a:pt x="2787878" y="752475"/>
                  </a:lnTo>
                  <a:lnTo>
                    <a:pt x="2787878" y="762000"/>
                  </a:lnTo>
                  <a:lnTo>
                    <a:pt x="2816453" y="762000"/>
                  </a:lnTo>
                  <a:lnTo>
                    <a:pt x="2816453" y="752475"/>
                  </a:lnTo>
                  <a:close/>
                </a:path>
                <a:path h="762000" w="3305175">
                  <a:moveTo>
                    <a:pt x="2832201" y="0"/>
                  </a:moveTo>
                  <a:lnTo>
                    <a:pt x="2803626" y="0"/>
                  </a:lnTo>
                  <a:lnTo>
                    <a:pt x="2803626" y="9525"/>
                  </a:lnTo>
                  <a:lnTo>
                    <a:pt x="2832201" y="9525"/>
                  </a:lnTo>
                  <a:lnTo>
                    <a:pt x="2832201" y="0"/>
                  </a:lnTo>
                  <a:close/>
                </a:path>
                <a:path h="762000" w="3305175">
                  <a:moveTo>
                    <a:pt x="2864129" y="752475"/>
                  </a:moveTo>
                  <a:lnTo>
                    <a:pt x="2835554" y="752475"/>
                  </a:lnTo>
                  <a:lnTo>
                    <a:pt x="2835554" y="762000"/>
                  </a:lnTo>
                  <a:lnTo>
                    <a:pt x="2864129" y="762000"/>
                  </a:lnTo>
                  <a:lnTo>
                    <a:pt x="2864129" y="752475"/>
                  </a:lnTo>
                  <a:close/>
                </a:path>
                <a:path h="762000" w="3305175">
                  <a:moveTo>
                    <a:pt x="2879877" y="0"/>
                  </a:moveTo>
                  <a:lnTo>
                    <a:pt x="2851302" y="0"/>
                  </a:lnTo>
                  <a:lnTo>
                    <a:pt x="2851302" y="9525"/>
                  </a:lnTo>
                  <a:lnTo>
                    <a:pt x="2879877" y="9525"/>
                  </a:lnTo>
                  <a:lnTo>
                    <a:pt x="2879877" y="0"/>
                  </a:lnTo>
                  <a:close/>
                </a:path>
                <a:path h="762000" w="3305175">
                  <a:moveTo>
                    <a:pt x="2911805" y="752475"/>
                  </a:moveTo>
                  <a:lnTo>
                    <a:pt x="2883230" y="752475"/>
                  </a:lnTo>
                  <a:lnTo>
                    <a:pt x="2883230" y="762000"/>
                  </a:lnTo>
                  <a:lnTo>
                    <a:pt x="2911805" y="762000"/>
                  </a:lnTo>
                  <a:lnTo>
                    <a:pt x="2911805" y="752475"/>
                  </a:lnTo>
                  <a:close/>
                </a:path>
                <a:path h="762000" w="3305175">
                  <a:moveTo>
                    <a:pt x="2927566" y="0"/>
                  </a:moveTo>
                  <a:lnTo>
                    <a:pt x="2898991" y="0"/>
                  </a:lnTo>
                  <a:lnTo>
                    <a:pt x="2898991" y="9525"/>
                  </a:lnTo>
                  <a:lnTo>
                    <a:pt x="2927566" y="9525"/>
                  </a:lnTo>
                  <a:lnTo>
                    <a:pt x="2927566" y="0"/>
                  </a:lnTo>
                  <a:close/>
                </a:path>
                <a:path h="762000" w="3305175">
                  <a:moveTo>
                    <a:pt x="2959493" y="752475"/>
                  </a:moveTo>
                  <a:lnTo>
                    <a:pt x="2930918" y="752475"/>
                  </a:lnTo>
                  <a:lnTo>
                    <a:pt x="2930918" y="762000"/>
                  </a:lnTo>
                  <a:lnTo>
                    <a:pt x="2959493" y="762000"/>
                  </a:lnTo>
                  <a:lnTo>
                    <a:pt x="2959493" y="752475"/>
                  </a:lnTo>
                  <a:close/>
                </a:path>
                <a:path h="762000" w="3305175">
                  <a:moveTo>
                    <a:pt x="2975241" y="0"/>
                  </a:moveTo>
                  <a:lnTo>
                    <a:pt x="2946666" y="0"/>
                  </a:lnTo>
                  <a:lnTo>
                    <a:pt x="2946666" y="9525"/>
                  </a:lnTo>
                  <a:lnTo>
                    <a:pt x="2975241" y="9525"/>
                  </a:lnTo>
                  <a:lnTo>
                    <a:pt x="2975241" y="0"/>
                  </a:lnTo>
                  <a:close/>
                </a:path>
                <a:path h="762000" w="3305175">
                  <a:moveTo>
                    <a:pt x="3007169" y="752475"/>
                  </a:moveTo>
                  <a:lnTo>
                    <a:pt x="2978594" y="752475"/>
                  </a:lnTo>
                  <a:lnTo>
                    <a:pt x="2978594" y="762000"/>
                  </a:lnTo>
                  <a:lnTo>
                    <a:pt x="3007169" y="762000"/>
                  </a:lnTo>
                  <a:lnTo>
                    <a:pt x="3007169" y="752475"/>
                  </a:lnTo>
                  <a:close/>
                </a:path>
                <a:path h="762000" w="3305175">
                  <a:moveTo>
                    <a:pt x="3022930" y="0"/>
                  </a:moveTo>
                  <a:lnTo>
                    <a:pt x="2994355" y="0"/>
                  </a:lnTo>
                  <a:lnTo>
                    <a:pt x="2994355" y="9525"/>
                  </a:lnTo>
                  <a:lnTo>
                    <a:pt x="3022930" y="9525"/>
                  </a:lnTo>
                  <a:lnTo>
                    <a:pt x="3022930" y="0"/>
                  </a:lnTo>
                  <a:close/>
                </a:path>
                <a:path h="762000" w="3305175">
                  <a:moveTo>
                    <a:pt x="3054858" y="752475"/>
                  </a:moveTo>
                  <a:lnTo>
                    <a:pt x="3026283" y="752475"/>
                  </a:lnTo>
                  <a:lnTo>
                    <a:pt x="3026283" y="762000"/>
                  </a:lnTo>
                  <a:lnTo>
                    <a:pt x="3054858" y="762000"/>
                  </a:lnTo>
                  <a:lnTo>
                    <a:pt x="3054858" y="752475"/>
                  </a:lnTo>
                  <a:close/>
                </a:path>
                <a:path h="762000" w="3305175">
                  <a:moveTo>
                    <a:pt x="3070606" y="0"/>
                  </a:moveTo>
                  <a:lnTo>
                    <a:pt x="3042031" y="0"/>
                  </a:lnTo>
                  <a:lnTo>
                    <a:pt x="3042031" y="9525"/>
                  </a:lnTo>
                  <a:lnTo>
                    <a:pt x="3070606" y="9525"/>
                  </a:lnTo>
                  <a:lnTo>
                    <a:pt x="3070606" y="0"/>
                  </a:lnTo>
                  <a:close/>
                </a:path>
                <a:path h="762000" w="3305175">
                  <a:moveTo>
                    <a:pt x="3102533" y="752475"/>
                  </a:moveTo>
                  <a:lnTo>
                    <a:pt x="3073958" y="752475"/>
                  </a:lnTo>
                  <a:lnTo>
                    <a:pt x="3073958" y="762000"/>
                  </a:lnTo>
                  <a:lnTo>
                    <a:pt x="3102533" y="762000"/>
                  </a:lnTo>
                  <a:lnTo>
                    <a:pt x="3102533" y="752475"/>
                  </a:lnTo>
                  <a:close/>
                </a:path>
                <a:path h="762000" w="3305175">
                  <a:moveTo>
                    <a:pt x="3118281" y="0"/>
                  </a:moveTo>
                  <a:lnTo>
                    <a:pt x="3089706" y="0"/>
                  </a:lnTo>
                  <a:lnTo>
                    <a:pt x="3089706" y="9525"/>
                  </a:lnTo>
                  <a:lnTo>
                    <a:pt x="3118281" y="9525"/>
                  </a:lnTo>
                  <a:lnTo>
                    <a:pt x="3118281" y="0"/>
                  </a:lnTo>
                  <a:close/>
                </a:path>
                <a:path h="762000" w="3305175">
                  <a:moveTo>
                    <a:pt x="3150222" y="752475"/>
                  </a:moveTo>
                  <a:lnTo>
                    <a:pt x="3121647" y="752475"/>
                  </a:lnTo>
                  <a:lnTo>
                    <a:pt x="3121647" y="762000"/>
                  </a:lnTo>
                  <a:lnTo>
                    <a:pt x="3150222" y="762000"/>
                  </a:lnTo>
                  <a:lnTo>
                    <a:pt x="3150222" y="752475"/>
                  </a:lnTo>
                  <a:close/>
                </a:path>
                <a:path h="762000" w="3305175">
                  <a:moveTo>
                    <a:pt x="3165970" y="0"/>
                  </a:moveTo>
                  <a:lnTo>
                    <a:pt x="3137395" y="0"/>
                  </a:lnTo>
                  <a:lnTo>
                    <a:pt x="3137395" y="9525"/>
                  </a:lnTo>
                  <a:lnTo>
                    <a:pt x="3165970" y="9525"/>
                  </a:lnTo>
                  <a:lnTo>
                    <a:pt x="3165970" y="0"/>
                  </a:lnTo>
                  <a:close/>
                </a:path>
                <a:path h="762000" w="3305175">
                  <a:moveTo>
                    <a:pt x="3197898" y="752475"/>
                  </a:moveTo>
                  <a:lnTo>
                    <a:pt x="3169323" y="752475"/>
                  </a:lnTo>
                  <a:lnTo>
                    <a:pt x="3169323" y="762000"/>
                  </a:lnTo>
                  <a:lnTo>
                    <a:pt x="3197898" y="762000"/>
                  </a:lnTo>
                  <a:lnTo>
                    <a:pt x="3197898" y="752475"/>
                  </a:lnTo>
                  <a:close/>
                </a:path>
                <a:path h="762000" w="3305175">
                  <a:moveTo>
                    <a:pt x="3213646" y="0"/>
                  </a:moveTo>
                  <a:lnTo>
                    <a:pt x="3185071" y="0"/>
                  </a:lnTo>
                  <a:lnTo>
                    <a:pt x="3185071" y="9525"/>
                  </a:lnTo>
                  <a:lnTo>
                    <a:pt x="3213646" y="9525"/>
                  </a:lnTo>
                  <a:lnTo>
                    <a:pt x="3213646" y="0"/>
                  </a:lnTo>
                  <a:close/>
                </a:path>
                <a:path h="762000" w="3305175">
                  <a:moveTo>
                    <a:pt x="3245586" y="752475"/>
                  </a:moveTo>
                  <a:lnTo>
                    <a:pt x="3217011" y="752475"/>
                  </a:lnTo>
                  <a:lnTo>
                    <a:pt x="3217011" y="762000"/>
                  </a:lnTo>
                  <a:lnTo>
                    <a:pt x="3245586" y="762000"/>
                  </a:lnTo>
                  <a:lnTo>
                    <a:pt x="3245586" y="752475"/>
                  </a:lnTo>
                  <a:close/>
                </a:path>
                <a:path h="762000" w="3305175">
                  <a:moveTo>
                    <a:pt x="3261334" y="0"/>
                  </a:moveTo>
                  <a:lnTo>
                    <a:pt x="3232759" y="0"/>
                  </a:lnTo>
                  <a:lnTo>
                    <a:pt x="3232759" y="9525"/>
                  </a:lnTo>
                  <a:lnTo>
                    <a:pt x="3261334" y="9525"/>
                  </a:lnTo>
                  <a:lnTo>
                    <a:pt x="3261334" y="0"/>
                  </a:lnTo>
                  <a:close/>
                </a:path>
                <a:path h="762000" w="3305175">
                  <a:moveTo>
                    <a:pt x="3291548" y="752906"/>
                  </a:moveTo>
                  <a:lnTo>
                    <a:pt x="3285579" y="745820"/>
                  </a:lnTo>
                  <a:lnTo>
                    <a:pt x="3281705" y="749693"/>
                  </a:lnTo>
                  <a:lnTo>
                    <a:pt x="3274974" y="752475"/>
                  </a:lnTo>
                  <a:lnTo>
                    <a:pt x="3264687" y="752475"/>
                  </a:lnTo>
                  <a:lnTo>
                    <a:pt x="3264687" y="762000"/>
                  </a:lnTo>
                  <a:lnTo>
                    <a:pt x="3267075" y="762000"/>
                  </a:lnTo>
                  <a:lnTo>
                    <a:pt x="3274682" y="761314"/>
                  </a:lnTo>
                  <a:lnTo>
                    <a:pt x="3281705" y="759218"/>
                  </a:lnTo>
                  <a:lnTo>
                    <a:pt x="3288157" y="755726"/>
                  </a:lnTo>
                  <a:lnTo>
                    <a:pt x="3291548" y="752906"/>
                  </a:lnTo>
                  <a:close/>
                </a:path>
                <a:path h="762000" w="3305175">
                  <a:moveTo>
                    <a:pt x="3301771" y="22339"/>
                  </a:moveTo>
                  <a:lnTo>
                    <a:pt x="3279914" y="2260"/>
                  </a:lnTo>
                  <a:lnTo>
                    <a:pt x="3277006" y="10375"/>
                  </a:lnTo>
                  <a:lnTo>
                    <a:pt x="3281705" y="12319"/>
                  </a:lnTo>
                  <a:lnTo>
                    <a:pt x="3287230" y="17957"/>
                  </a:lnTo>
                  <a:lnTo>
                    <a:pt x="3288982" y="19608"/>
                  </a:lnTo>
                  <a:lnTo>
                    <a:pt x="3292868" y="23482"/>
                  </a:lnTo>
                  <a:lnTo>
                    <a:pt x="3293884" y="25933"/>
                  </a:lnTo>
                  <a:lnTo>
                    <a:pt x="3301771" y="22339"/>
                  </a:lnTo>
                  <a:close/>
                </a:path>
                <a:path h="762000" w="3305175">
                  <a:moveTo>
                    <a:pt x="3305175" y="708367"/>
                  </a:moveTo>
                  <a:lnTo>
                    <a:pt x="3295650" y="708367"/>
                  </a:lnTo>
                  <a:lnTo>
                    <a:pt x="3295650" y="731799"/>
                  </a:lnTo>
                  <a:lnTo>
                    <a:pt x="3294913" y="733590"/>
                  </a:lnTo>
                  <a:lnTo>
                    <a:pt x="3303016" y="736422"/>
                  </a:lnTo>
                  <a:lnTo>
                    <a:pt x="3304489" y="731507"/>
                  </a:lnTo>
                  <a:lnTo>
                    <a:pt x="3305175" y="723900"/>
                  </a:lnTo>
                  <a:lnTo>
                    <a:pt x="3305175" y="708367"/>
                  </a:lnTo>
                  <a:close/>
                </a:path>
                <a:path h="762000" w="3305175">
                  <a:moveTo>
                    <a:pt x="3305175" y="660679"/>
                  </a:moveTo>
                  <a:lnTo>
                    <a:pt x="3295650" y="660679"/>
                  </a:lnTo>
                  <a:lnTo>
                    <a:pt x="3295650" y="689254"/>
                  </a:lnTo>
                  <a:lnTo>
                    <a:pt x="3305175" y="689254"/>
                  </a:lnTo>
                  <a:lnTo>
                    <a:pt x="3305175" y="660679"/>
                  </a:lnTo>
                  <a:close/>
                </a:path>
                <a:path h="762000" w="3305175">
                  <a:moveTo>
                    <a:pt x="3305175" y="613003"/>
                  </a:moveTo>
                  <a:lnTo>
                    <a:pt x="3295650" y="613003"/>
                  </a:lnTo>
                  <a:lnTo>
                    <a:pt x="3295650" y="641578"/>
                  </a:lnTo>
                  <a:lnTo>
                    <a:pt x="3305175" y="641578"/>
                  </a:lnTo>
                  <a:lnTo>
                    <a:pt x="3305175" y="613003"/>
                  </a:lnTo>
                  <a:close/>
                </a:path>
                <a:path h="762000" w="3305175">
                  <a:moveTo>
                    <a:pt x="3305175" y="565315"/>
                  </a:moveTo>
                  <a:lnTo>
                    <a:pt x="3295650" y="565315"/>
                  </a:lnTo>
                  <a:lnTo>
                    <a:pt x="3295650" y="593890"/>
                  </a:lnTo>
                  <a:lnTo>
                    <a:pt x="3305175" y="593890"/>
                  </a:lnTo>
                  <a:lnTo>
                    <a:pt x="3305175" y="565315"/>
                  </a:lnTo>
                  <a:close/>
                </a:path>
                <a:path h="762000" w="3305175">
                  <a:moveTo>
                    <a:pt x="3305175" y="517639"/>
                  </a:moveTo>
                  <a:lnTo>
                    <a:pt x="3295650" y="517639"/>
                  </a:lnTo>
                  <a:lnTo>
                    <a:pt x="3295650" y="546214"/>
                  </a:lnTo>
                  <a:lnTo>
                    <a:pt x="3305175" y="546214"/>
                  </a:lnTo>
                  <a:lnTo>
                    <a:pt x="3305175" y="517639"/>
                  </a:lnTo>
                  <a:close/>
                </a:path>
                <a:path h="762000" w="3305175">
                  <a:moveTo>
                    <a:pt x="3305175" y="469950"/>
                  </a:moveTo>
                  <a:lnTo>
                    <a:pt x="3295650" y="469950"/>
                  </a:lnTo>
                  <a:lnTo>
                    <a:pt x="3295650" y="498525"/>
                  </a:lnTo>
                  <a:lnTo>
                    <a:pt x="3305175" y="498525"/>
                  </a:lnTo>
                  <a:lnTo>
                    <a:pt x="3305175" y="469950"/>
                  </a:lnTo>
                  <a:close/>
                </a:path>
                <a:path h="762000" w="3305175">
                  <a:moveTo>
                    <a:pt x="3305175" y="422275"/>
                  </a:moveTo>
                  <a:lnTo>
                    <a:pt x="3295650" y="422275"/>
                  </a:lnTo>
                  <a:lnTo>
                    <a:pt x="3295650" y="450850"/>
                  </a:lnTo>
                  <a:lnTo>
                    <a:pt x="3305175" y="450850"/>
                  </a:lnTo>
                  <a:lnTo>
                    <a:pt x="3305175" y="422275"/>
                  </a:lnTo>
                  <a:close/>
                </a:path>
                <a:path h="762000" w="3305175">
                  <a:moveTo>
                    <a:pt x="3305175" y="374599"/>
                  </a:moveTo>
                  <a:lnTo>
                    <a:pt x="3295650" y="374599"/>
                  </a:lnTo>
                  <a:lnTo>
                    <a:pt x="3295650" y="403174"/>
                  </a:lnTo>
                  <a:lnTo>
                    <a:pt x="3305175" y="403174"/>
                  </a:lnTo>
                  <a:lnTo>
                    <a:pt x="3305175" y="374599"/>
                  </a:lnTo>
                  <a:close/>
                </a:path>
                <a:path h="762000" w="3305175">
                  <a:moveTo>
                    <a:pt x="3305175" y="326910"/>
                  </a:moveTo>
                  <a:lnTo>
                    <a:pt x="3295650" y="326910"/>
                  </a:lnTo>
                  <a:lnTo>
                    <a:pt x="3295650" y="355485"/>
                  </a:lnTo>
                  <a:lnTo>
                    <a:pt x="3305175" y="355485"/>
                  </a:lnTo>
                  <a:lnTo>
                    <a:pt x="3305175" y="326910"/>
                  </a:lnTo>
                  <a:close/>
                </a:path>
                <a:path h="762000" w="3305175">
                  <a:moveTo>
                    <a:pt x="3305175" y="279234"/>
                  </a:moveTo>
                  <a:lnTo>
                    <a:pt x="3295650" y="279234"/>
                  </a:lnTo>
                  <a:lnTo>
                    <a:pt x="3295650" y="307809"/>
                  </a:lnTo>
                  <a:lnTo>
                    <a:pt x="3305175" y="307809"/>
                  </a:lnTo>
                  <a:lnTo>
                    <a:pt x="3305175" y="279234"/>
                  </a:lnTo>
                  <a:close/>
                </a:path>
                <a:path h="762000" w="3305175">
                  <a:moveTo>
                    <a:pt x="3305175" y="231546"/>
                  </a:moveTo>
                  <a:lnTo>
                    <a:pt x="3295650" y="231546"/>
                  </a:lnTo>
                  <a:lnTo>
                    <a:pt x="3295650" y="260121"/>
                  </a:lnTo>
                  <a:lnTo>
                    <a:pt x="3305175" y="260121"/>
                  </a:lnTo>
                  <a:lnTo>
                    <a:pt x="3305175" y="231546"/>
                  </a:lnTo>
                  <a:close/>
                </a:path>
                <a:path h="762000" w="3305175">
                  <a:moveTo>
                    <a:pt x="3305175" y="183870"/>
                  </a:moveTo>
                  <a:lnTo>
                    <a:pt x="3295650" y="183870"/>
                  </a:lnTo>
                  <a:lnTo>
                    <a:pt x="3295650" y="212445"/>
                  </a:lnTo>
                  <a:lnTo>
                    <a:pt x="3305175" y="212445"/>
                  </a:lnTo>
                  <a:lnTo>
                    <a:pt x="3305175" y="183870"/>
                  </a:lnTo>
                  <a:close/>
                </a:path>
                <a:path h="762000" w="3305175">
                  <a:moveTo>
                    <a:pt x="3305175" y="136182"/>
                  </a:moveTo>
                  <a:lnTo>
                    <a:pt x="3295650" y="136182"/>
                  </a:lnTo>
                  <a:lnTo>
                    <a:pt x="3295650" y="164757"/>
                  </a:lnTo>
                  <a:lnTo>
                    <a:pt x="3305175" y="164757"/>
                  </a:lnTo>
                  <a:lnTo>
                    <a:pt x="3305175" y="136182"/>
                  </a:lnTo>
                  <a:close/>
                </a:path>
                <a:path h="762000" w="3305175">
                  <a:moveTo>
                    <a:pt x="3305175" y="88506"/>
                  </a:moveTo>
                  <a:lnTo>
                    <a:pt x="3295650" y="88506"/>
                  </a:lnTo>
                  <a:lnTo>
                    <a:pt x="3295650" y="117081"/>
                  </a:lnTo>
                  <a:lnTo>
                    <a:pt x="3305175" y="117081"/>
                  </a:lnTo>
                  <a:lnTo>
                    <a:pt x="3305175" y="88506"/>
                  </a:lnTo>
                  <a:close/>
                </a:path>
                <a:path h="762000" w="3305175">
                  <a:moveTo>
                    <a:pt x="3305175" y="40817"/>
                  </a:moveTo>
                  <a:lnTo>
                    <a:pt x="3295650" y="40817"/>
                  </a:lnTo>
                  <a:lnTo>
                    <a:pt x="3295650" y="69392"/>
                  </a:lnTo>
                  <a:lnTo>
                    <a:pt x="3305175" y="69392"/>
                  </a:lnTo>
                  <a:lnTo>
                    <a:pt x="3305175" y="40817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0" name="object 40"/>
            <p:cNvSpPr/>
            <p:nvPr/>
          </p:nvSpPr>
          <p:spPr>
            <a:xfrm>
              <a:off x="8277224" y="1733549"/>
              <a:ext cx="361950" cy="361950"/>
            </a:xfrm>
            <a:custGeom>
              <a:avLst/>
              <a:gdLst/>
              <a:ahLst/>
              <a:cxnLst/>
              <a:rect b="b" l="l" r="r" t="t"/>
              <a:pathLst>
                <a:path h="361950" w="361950">
                  <a:moveTo>
                    <a:pt x="180974" y="361949"/>
                  </a:moveTo>
                  <a:lnTo>
                    <a:pt x="136990" y="356524"/>
                  </a:lnTo>
                  <a:lnTo>
                    <a:pt x="95661" y="340582"/>
                  </a:lnTo>
                  <a:lnTo>
                    <a:pt x="59446" y="315076"/>
                  </a:lnTo>
                  <a:lnTo>
                    <a:pt x="30499" y="281518"/>
                  </a:lnTo>
                  <a:lnTo>
                    <a:pt x="10573" y="241933"/>
                  </a:lnTo>
                  <a:lnTo>
                    <a:pt x="868" y="198713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89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39" y="7790"/>
                  </a:lnTo>
                  <a:lnTo>
                    <a:pt x="172083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2" y="53006"/>
                  </a:lnTo>
                  <a:lnTo>
                    <a:pt x="336207" y="87943"/>
                  </a:lnTo>
                  <a:lnTo>
                    <a:pt x="354158" y="128439"/>
                  </a:lnTo>
                  <a:lnTo>
                    <a:pt x="361732" y="172084"/>
                  </a:lnTo>
                  <a:lnTo>
                    <a:pt x="361949" y="180974"/>
                  </a:lnTo>
                  <a:lnTo>
                    <a:pt x="361732" y="189865"/>
                  </a:lnTo>
                  <a:lnTo>
                    <a:pt x="354158" y="233509"/>
                  </a:lnTo>
                  <a:lnTo>
                    <a:pt x="336208" y="274005"/>
                  </a:lnTo>
                  <a:lnTo>
                    <a:pt x="308942" y="308943"/>
                  </a:lnTo>
                  <a:lnTo>
                    <a:pt x="274005" y="336208"/>
                  </a:lnTo>
                  <a:lnTo>
                    <a:pt x="233508" y="354159"/>
                  </a:lnTo>
                  <a:lnTo>
                    <a:pt x="189865" y="361732"/>
                  </a:lnTo>
                  <a:lnTo>
                    <a:pt x="180974" y="3619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8277224" y="1733549"/>
              <a:ext cx="361950" cy="361950"/>
            </a:xfrm>
            <a:custGeom>
              <a:avLst/>
              <a:gdLst/>
              <a:ahLst/>
              <a:cxnLst/>
              <a:rect b="b" l="l" r="r" t="t"/>
              <a:pathLst>
                <a:path h="361950" w="361950">
                  <a:moveTo>
                    <a:pt x="361949" y="180974"/>
                  </a:moveTo>
                  <a:lnTo>
                    <a:pt x="356524" y="224958"/>
                  </a:lnTo>
                  <a:lnTo>
                    <a:pt x="340581" y="266286"/>
                  </a:lnTo>
                  <a:lnTo>
                    <a:pt x="315075" y="302503"/>
                  </a:lnTo>
                  <a:lnTo>
                    <a:pt x="281518" y="331450"/>
                  </a:lnTo>
                  <a:lnTo>
                    <a:pt x="241932" y="351375"/>
                  </a:lnTo>
                  <a:lnTo>
                    <a:pt x="198713" y="361080"/>
                  </a:lnTo>
                  <a:lnTo>
                    <a:pt x="180974" y="361949"/>
                  </a:lnTo>
                  <a:lnTo>
                    <a:pt x="172083" y="361732"/>
                  </a:lnTo>
                  <a:lnTo>
                    <a:pt x="128439" y="354158"/>
                  </a:lnTo>
                  <a:lnTo>
                    <a:pt x="87943" y="336208"/>
                  </a:lnTo>
                  <a:lnTo>
                    <a:pt x="53006" y="308943"/>
                  </a:lnTo>
                  <a:lnTo>
                    <a:pt x="25740" y="274005"/>
                  </a:lnTo>
                  <a:lnTo>
                    <a:pt x="7789" y="233509"/>
                  </a:lnTo>
                  <a:lnTo>
                    <a:pt x="217" y="189865"/>
                  </a:lnTo>
                  <a:lnTo>
                    <a:pt x="0" y="180974"/>
                  </a:lnTo>
                  <a:lnTo>
                    <a:pt x="217" y="172084"/>
                  </a:lnTo>
                  <a:lnTo>
                    <a:pt x="7789" y="128439"/>
                  </a:lnTo>
                  <a:lnTo>
                    <a:pt x="25740" y="87943"/>
                  </a:lnTo>
                  <a:lnTo>
                    <a:pt x="53006" y="53006"/>
                  </a:lnTo>
                  <a:lnTo>
                    <a:pt x="87943" y="25740"/>
                  </a:lnTo>
                  <a:lnTo>
                    <a:pt x="128439" y="7790"/>
                  </a:lnTo>
                  <a:lnTo>
                    <a:pt x="172083" y="217"/>
                  </a:lnTo>
                  <a:lnTo>
                    <a:pt x="180974" y="0"/>
                  </a:lnTo>
                  <a:lnTo>
                    <a:pt x="189865" y="217"/>
                  </a:lnTo>
                  <a:lnTo>
                    <a:pt x="233509" y="7790"/>
                  </a:lnTo>
                  <a:lnTo>
                    <a:pt x="274005" y="25740"/>
                  </a:lnTo>
                  <a:lnTo>
                    <a:pt x="308942" y="53006"/>
                  </a:lnTo>
                  <a:lnTo>
                    <a:pt x="336207" y="87943"/>
                  </a:lnTo>
                  <a:lnTo>
                    <a:pt x="354158" y="128439"/>
                  </a:lnTo>
                  <a:lnTo>
                    <a:pt x="361732" y="172084"/>
                  </a:lnTo>
                  <a:lnTo>
                    <a:pt x="361949" y="1809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cstate="print" r:embed="rId5"/>
            <a:stretch>
              <a:fillRect/>
            </a:stretch>
          </p:blipFill>
          <p:spPr>
            <a:xfrm>
              <a:off x="8381732" y="1838057"/>
              <a:ext cx="152935" cy="152935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8308131" y="1787525"/>
            <a:ext cx="2969260" cy="804545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454659">
              <a:lnSpc>
                <a:spcPct val="100000"/>
              </a:lnSpc>
              <a:spcBef>
                <a:spcPts val="100"/>
              </a:spcBef>
            </a:pPr>
            <a:r>
              <a:rPr dirty="0" spc="-10" sz="1500">
                <a:solidFill>
                  <a:srgbClr val="0078D4"/>
                </a:solidFill>
                <a:latin typeface="Segoe UI"/>
                <a:cs typeface="Segoe UI"/>
              </a:rPr>
              <a:t>SolarWinds</a:t>
            </a:r>
            <a:endParaRPr sz="150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1575"/>
              </a:spcBef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Open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SolarWinds</a:t>
            </a:r>
            <a:r>
              <a:rPr b="1" dirty="0" spc="-5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Orion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Web</a:t>
            </a:r>
            <a:r>
              <a:rPr b="1" dirty="0" spc="-5" sz="1050">
                <a:latin typeface="Segoe UI"/>
                <a:cs typeface="Segoe UI"/>
              </a:rPr>
              <a:t> </a:t>
            </a:r>
            <a:r>
              <a:rPr b="1" dirty="0" spc="-10" sz="1050">
                <a:latin typeface="Segoe UI"/>
                <a:cs typeface="Segoe UI"/>
              </a:rPr>
              <a:t>Console</a:t>
            </a:r>
            <a:endParaRPr sz="105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240"/>
              </a:spcBef>
              <a:buAutoNum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Navigate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to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Settings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&gt;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All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Settings</a:t>
            </a:r>
            <a:r>
              <a:rPr b="1" dirty="0" spc="-5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&gt;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b="1" dirty="0" sz="1050">
                <a:latin typeface="Segoe UI"/>
                <a:cs typeface="Segoe UI"/>
              </a:rPr>
              <a:t>Alerts</a:t>
            </a:r>
            <a:r>
              <a:rPr b="1" dirty="0" spc="-10" sz="1050">
                <a:latin typeface="Segoe UI"/>
                <a:cs typeface="Segoe UI"/>
              </a:rPr>
              <a:t> </a:t>
            </a:r>
            <a:r>
              <a:rPr b="1" dirty="0" spc="-50" sz="1050">
                <a:latin typeface="Segoe UI"/>
                <a:cs typeface="Segoe UI"/>
              </a:rPr>
              <a:t>&amp;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8445500" y="2597150"/>
            <a:ext cx="513080" cy="1854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dirty="0" spc="-10" sz="1050">
                <a:latin typeface="Segoe UI"/>
                <a:cs typeface="Segoe UI"/>
              </a:rPr>
              <a:t>Reports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791074" y="2736214"/>
            <a:ext cx="5895340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</a:pPr>
            <a:r>
              <a:rPr dirty="0" spc="-10" sz="1050">
                <a:solidFill>
                  <a:srgbClr val="374050"/>
                </a:solidFill>
                <a:latin typeface="Liberation Mono"/>
                <a:cs typeface="Liberation Mono"/>
              </a:rPr>
              <a:t>/usr/local/nagios/etc/objects/servers/windo</a:t>
            </a:r>
            <a:r>
              <a:rPr baseline="-21164" dirty="0" spc="-15" sz="1575">
                <a:latin typeface="Segoe UI"/>
                <a:cs typeface="Segoe UI"/>
              </a:rPr>
              <a:t>3</a:t>
            </a:r>
            <a:r>
              <a:rPr dirty="0" spc="-10" sz="1050">
                <a:solidFill>
                  <a:srgbClr val="374050"/>
                </a:solidFill>
                <a:latin typeface="Liberation Mono"/>
                <a:cs typeface="Liberation Mono"/>
              </a:rPr>
              <a:t>w</a:t>
            </a:r>
            <a:r>
              <a:rPr baseline="-21164" dirty="0" spc="-15" sz="1575">
                <a:latin typeface="Segoe UI"/>
                <a:cs typeface="Segoe UI"/>
              </a:rPr>
              <a:t>.</a:t>
            </a:r>
            <a:r>
              <a:rPr baseline="-21164" dirty="0" spc="-104" sz="1575">
                <a:latin typeface="Segoe UI"/>
                <a:cs typeface="Segoe UI"/>
              </a:rPr>
              <a:t> </a:t>
            </a:r>
            <a:r>
              <a:rPr dirty="0" spc="-565" sz="1050">
                <a:solidFill>
                  <a:srgbClr val="374050"/>
                </a:solidFill>
                <a:latin typeface="Liberation Mono"/>
                <a:cs typeface="Liberation Mono"/>
              </a:rPr>
              <a:t>s</a:t>
            </a:r>
            <a:r>
              <a:rPr baseline="-21164" dirty="0" spc="-7" sz="1575">
                <a:latin typeface="Segoe UI"/>
                <a:cs typeface="Segoe UI"/>
              </a:rPr>
              <a:t>F</a:t>
            </a:r>
            <a:r>
              <a:rPr baseline="-21164" dirty="0" spc="-307" sz="1575">
                <a:latin typeface="Segoe UI"/>
                <a:cs typeface="Segoe UI"/>
              </a:rPr>
              <a:t>i</a:t>
            </a:r>
            <a:r>
              <a:rPr dirty="0" spc="-450" sz="1050">
                <a:solidFill>
                  <a:srgbClr val="374050"/>
                </a:solidFill>
                <a:latin typeface="Liberation Mono"/>
                <a:cs typeface="Liberation Mono"/>
              </a:rPr>
              <a:t>-</a:t>
            </a:r>
            <a:r>
              <a:rPr baseline="-21164" dirty="0" sz="1575">
                <a:latin typeface="Segoe UI"/>
                <a:cs typeface="Segoe UI"/>
              </a:rPr>
              <a:t>nd</a:t>
            </a:r>
            <a:r>
              <a:rPr baseline="-21164" dirty="0" spc="22" sz="1575">
                <a:latin typeface="Segoe UI"/>
                <a:cs typeface="Segoe UI"/>
              </a:rPr>
              <a:t> </a:t>
            </a:r>
            <a:r>
              <a:rPr baseline="-21164" dirty="0" sz="1575">
                <a:latin typeface="Segoe UI"/>
                <a:cs typeface="Segoe UI"/>
              </a:rPr>
              <a:t>alerts</a:t>
            </a:r>
            <a:r>
              <a:rPr baseline="-21164" dirty="0" spc="30" sz="1575">
                <a:latin typeface="Segoe UI"/>
                <a:cs typeface="Segoe UI"/>
              </a:rPr>
              <a:t> </a:t>
            </a:r>
            <a:r>
              <a:rPr baseline="-21164" dirty="0" sz="1575">
                <a:latin typeface="Segoe UI"/>
                <a:cs typeface="Segoe UI"/>
              </a:rPr>
              <a:t>related</a:t>
            </a:r>
            <a:r>
              <a:rPr baseline="-21164" dirty="0" spc="22" sz="1575">
                <a:latin typeface="Segoe UI"/>
                <a:cs typeface="Segoe UI"/>
              </a:rPr>
              <a:t> </a:t>
            </a:r>
            <a:r>
              <a:rPr baseline="-21164" dirty="0" sz="1575">
                <a:latin typeface="Segoe UI"/>
                <a:cs typeface="Segoe UI"/>
              </a:rPr>
              <a:t>to</a:t>
            </a:r>
            <a:r>
              <a:rPr baseline="-21164" dirty="0" spc="22" sz="1575">
                <a:latin typeface="Segoe UI"/>
                <a:cs typeface="Segoe UI"/>
              </a:rPr>
              <a:t> </a:t>
            </a:r>
            <a:r>
              <a:rPr baseline="-21164" dirty="0" sz="1575">
                <a:latin typeface="Segoe UI"/>
                <a:cs typeface="Segoe UI"/>
              </a:rPr>
              <a:t>port</a:t>
            </a:r>
            <a:r>
              <a:rPr baseline="-21164" dirty="0" spc="30" sz="1575">
                <a:latin typeface="Segoe UI"/>
                <a:cs typeface="Segoe UI"/>
              </a:rPr>
              <a:t> </a:t>
            </a:r>
            <a:r>
              <a:rPr baseline="-21164" dirty="0" spc="-15" sz="1575">
                <a:latin typeface="Segoe UI"/>
                <a:cs typeface="Segoe UI"/>
              </a:rPr>
              <a:t>monitoring</a:t>
            </a:r>
            <a:endParaRPr baseline="-21164" sz="1575">
              <a:latin typeface="Segoe UI"/>
              <a:cs typeface="Segoe UI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308131" y="2947670"/>
            <a:ext cx="2977515" cy="59690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indent="-137795" marL="149860" marR="5080">
              <a:lnSpc>
                <a:spcPct val="119000"/>
              </a:lnSpc>
              <a:spcBef>
                <a:spcPts val="100"/>
              </a:spcBef>
              <a:buAutoNum startAt="4"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Edit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alert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and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add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condition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exclusions</a:t>
            </a:r>
            <a:r>
              <a:rPr dirty="0" spc="-10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for</a:t>
            </a:r>
            <a:r>
              <a:rPr dirty="0" spc="-5" sz="1050">
                <a:latin typeface="Segoe UI"/>
                <a:cs typeface="Segoe UI"/>
              </a:rPr>
              <a:t> </a:t>
            </a:r>
            <a:r>
              <a:rPr dirty="0" spc="-10" sz="1050">
                <a:latin typeface="Segoe UI"/>
                <a:cs typeface="Segoe UI"/>
              </a:rPr>
              <a:t>ports </a:t>
            </a:r>
            <a:r>
              <a:rPr dirty="0" sz="1050">
                <a:latin typeface="Segoe UI"/>
                <a:cs typeface="Segoe UI"/>
              </a:rPr>
              <a:t>8080, 7070, </a:t>
            </a:r>
            <a:r>
              <a:rPr dirty="0" spc="-25" sz="1050"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  <a:p>
            <a:pPr indent="-137160" marL="149860">
              <a:lnSpc>
                <a:spcPct val="100000"/>
              </a:lnSpc>
              <a:spcBef>
                <a:spcPts val="240"/>
              </a:spcBef>
              <a:buAutoNum startAt="4" type="arabicPeriod"/>
              <a:tabLst>
                <a:tab algn="l" pos="149860"/>
              </a:tabLst>
            </a:pPr>
            <a:r>
              <a:rPr dirty="0" sz="1050">
                <a:latin typeface="Segoe UI"/>
                <a:cs typeface="Segoe UI"/>
              </a:rPr>
              <a:t>Or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create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port-specific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z="1050">
                <a:latin typeface="Segoe UI"/>
                <a:cs typeface="Segoe UI"/>
              </a:rPr>
              <a:t>suppression</a:t>
            </a:r>
            <a:r>
              <a:rPr dirty="0" spc="-15" sz="1050">
                <a:latin typeface="Segoe UI"/>
                <a:cs typeface="Segoe UI"/>
              </a:rPr>
              <a:t> </a:t>
            </a:r>
            <a:r>
              <a:rPr dirty="0" spc="-10" sz="1050">
                <a:latin typeface="Segoe UI"/>
                <a:cs typeface="Segoe UI"/>
              </a:rPr>
              <a:t>schedules</a:t>
            </a:r>
            <a:endParaRPr sz="1050">
              <a:latin typeface="Segoe UI"/>
              <a:cs typeface="Segoe UI"/>
            </a:endParaRPr>
          </a:p>
        </p:txBody>
      </p:sp>
      <p:pic>
        <p:nvPicPr>
          <p:cNvPr id="47" name="object 47"/>
          <p:cNvPicPr/>
          <p:nvPr/>
        </p:nvPicPr>
        <p:blipFill>
          <a:blip cstate="print" r:embed="rId3"/>
          <a:stretch>
            <a:fillRect/>
          </a:stretch>
        </p:blipFill>
        <p:spPr>
          <a:xfrm>
            <a:off x="8743950" y="3981450"/>
            <a:ext cx="152399" cy="133349"/>
          </a:xfrm>
          <a:prstGeom prst="rect">
            <a:avLst/>
          </a:prstGeom>
        </p:spPr>
      </p:pic>
      <p:sp>
        <p:nvSpPr>
          <p:cNvPr id="48" name="object 48"/>
          <p:cNvSpPr txBox="1"/>
          <p:nvPr/>
        </p:nvSpPr>
        <p:spPr>
          <a:xfrm>
            <a:off x="8999810" y="3940175"/>
            <a:ext cx="2111375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0078D4"/>
                </a:solidFill>
                <a:latin typeface="Segoe UI"/>
                <a:cs typeface="Segoe UI"/>
              </a:rPr>
              <a:t>SolarWinds Alert </a:t>
            </a:r>
            <a:r>
              <a:rPr dirty="0" spc="-10" sz="1200">
                <a:solidFill>
                  <a:srgbClr val="0078D4"/>
                </a:solidFill>
                <a:latin typeface="Segoe UI"/>
                <a:cs typeface="Segoe UI"/>
              </a:rPr>
              <a:t>Configuration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634999" y="5492750"/>
            <a:ext cx="10712450" cy="770255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350">
                <a:solidFill>
                  <a:srgbClr val="1C4ED8"/>
                </a:solidFill>
                <a:latin typeface="Segoe UI"/>
                <a:cs typeface="Segoe UI"/>
              </a:rPr>
              <a:t>Best</a:t>
            </a:r>
            <a:r>
              <a:rPr dirty="0" spc="-30" sz="1350">
                <a:solidFill>
                  <a:srgbClr val="1C4ED8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1C4ED8"/>
                </a:solidFill>
                <a:latin typeface="Segoe UI"/>
                <a:cs typeface="Segoe UI"/>
              </a:rPr>
              <a:t>Practice</a:t>
            </a:r>
            <a:endParaRPr sz="1350">
              <a:latin typeface="Segoe UI"/>
              <a:cs typeface="Segoe UI"/>
            </a:endParaRPr>
          </a:p>
          <a:p>
            <a:pPr marL="12700" marR="5080">
              <a:lnSpc>
                <a:spcPct val="125000"/>
              </a:lnSpc>
              <a:spcBef>
                <a:spcPts val="645"/>
              </a:spcBef>
            </a:pP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Instead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of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completely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disabling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monitoring,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consider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adjusting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alert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thresholds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or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implementing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maintenance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windows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for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these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ports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if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they're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expected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to</a:t>
            </a:r>
            <a:r>
              <a:rPr dirty="0" spc="-5" sz="1200">
                <a:solidFill>
                  <a:srgbClr val="1D40AF"/>
                </a:solidFill>
                <a:latin typeface="Segoe UI"/>
                <a:cs typeface="Segoe UI"/>
              </a:rPr>
              <a:t> </a:t>
            </a:r>
            <a:r>
              <a:rPr dirty="0" spc="-25" sz="1200">
                <a:solidFill>
                  <a:srgbClr val="1D40AF"/>
                </a:solidFill>
                <a:latin typeface="Segoe UI"/>
                <a:cs typeface="Segoe UI"/>
              </a:rPr>
              <a:t>go </a:t>
            </a:r>
            <a:r>
              <a:rPr dirty="0" sz="1200">
                <a:solidFill>
                  <a:srgbClr val="1D40AF"/>
                </a:solidFill>
                <a:latin typeface="Segoe UI"/>
                <a:cs typeface="Segoe UI"/>
              </a:rPr>
              <a:t>down </a:t>
            </a:r>
            <a:r>
              <a:rPr dirty="0" spc="-10" sz="1200">
                <a:solidFill>
                  <a:srgbClr val="1D40AF"/>
                </a:solidFill>
                <a:latin typeface="Segoe UI"/>
                <a:cs typeface="Segoe UI"/>
              </a:rPr>
              <a:t>periodically.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4650531" y="6683375"/>
            <a:ext cx="956310" cy="23114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 sz="1350">
                <a:solidFill>
                  <a:srgbClr val="4A5462"/>
                </a:solidFill>
                <a:latin typeface="Segoe UI"/>
                <a:cs typeface="Segoe UI"/>
              </a:rPr>
              <a:t>Target</a:t>
            </a:r>
            <a:r>
              <a:rPr dirty="0" spc="-45" sz="1350">
                <a:solidFill>
                  <a:srgbClr val="4A5462"/>
                </a:solidFill>
                <a:latin typeface="Segoe UI"/>
                <a:cs typeface="Segoe UI"/>
              </a:rPr>
              <a:t> </a:t>
            </a:r>
            <a:r>
              <a:rPr dirty="0" spc="-10" sz="1350">
                <a:solidFill>
                  <a:srgbClr val="4A5462"/>
                </a:solidFill>
                <a:latin typeface="Segoe UI"/>
                <a:cs typeface="Segoe UI"/>
              </a:rPr>
              <a:t>Ports:</a:t>
            </a:r>
            <a:endParaRPr sz="1350">
              <a:latin typeface="Segoe UI"/>
              <a:cs typeface="Segoe UI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5781674" y="6657974"/>
            <a:ext cx="542925" cy="285750"/>
          </a:xfrm>
          <a:custGeom>
            <a:avLst/>
            <a:gdLst/>
            <a:ahLst/>
            <a:cxnLst/>
            <a:rect b="b" l="l" r="r" t="t"/>
            <a:pathLst>
              <a:path h="285750" w="542925">
                <a:moveTo>
                  <a:pt x="400049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9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8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8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9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0049" y="0"/>
                </a:lnTo>
                <a:lnTo>
                  <a:pt x="441524" y="6150"/>
                </a:lnTo>
                <a:lnTo>
                  <a:pt x="479425" y="24078"/>
                </a:lnTo>
                <a:lnTo>
                  <a:pt x="510494" y="52234"/>
                </a:lnTo>
                <a:lnTo>
                  <a:pt x="532048" y="88198"/>
                </a:lnTo>
                <a:lnTo>
                  <a:pt x="542238" y="128870"/>
                </a:lnTo>
                <a:lnTo>
                  <a:pt x="542924" y="142874"/>
                </a:lnTo>
                <a:lnTo>
                  <a:pt x="542753" y="149894"/>
                </a:lnTo>
                <a:lnTo>
                  <a:pt x="534575" y="190999"/>
                </a:lnTo>
                <a:lnTo>
                  <a:pt x="514802" y="227992"/>
                </a:lnTo>
                <a:lnTo>
                  <a:pt x="485167" y="257628"/>
                </a:lnTo>
                <a:lnTo>
                  <a:pt x="448174" y="277400"/>
                </a:lnTo>
                <a:lnTo>
                  <a:pt x="407069" y="285578"/>
                </a:lnTo>
                <a:lnTo>
                  <a:pt x="400049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52" name="object 52"/>
          <p:cNvSpPr/>
          <p:nvPr/>
        </p:nvSpPr>
        <p:spPr>
          <a:xfrm>
            <a:off x="6400799" y="6657974"/>
            <a:ext cx="552450" cy="285750"/>
          </a:xfrm>
          <a:custGeom>
            <a:avLst/>
            <a:gdLst/>
            <a:ahLst/>
            <a:cxnLst/>
            <a:rect b="b" l="l" r="r" t="t"/>
            <a:pathLst>
              <a:path h="285750" w="552450">
                <a:moveTo>
                  <a:pt x="40957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6" y="257627"/>
                </a:lnTo>
                <a:lnTo>
                  <a:pt x="28120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7" y="94749"/>
                </a:lnTo>
                <a:lnTo>
                  <a:pt x="28120" y="57756"/>
                </a:lnTo>
                <a:lnTo>
                  <a:pt x="57756" y="28120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409574" y="0"/>
                </a:lnTo>
                <a:lnTo>
                  <a:pt x="451049" y="6150"/>
                </a:lnTo>
                <a:lnTo>
                  <a:pt x="488951" y="24078"/>
                </a:lnTo>
                <a:lnTo>
                  <a:pt x="520019" y="52234"/>
                </a:lnTo>
                <a:lnTo>
                  <a:pt x="541573" y="88198"/>
                </a:lnTo>
                <a:lnTo>
                  <a:pt x="551763" y="128870"/>
                </a:lnTo>
                <a:lnTo>
                  <a:pt x="552449" y="142874"/>
                </a:lnTo>
                <a:lnTo>
                  <a:pt x="552278" y="149894"/>
                </a:lnTo>
                <a:lnTo>
                  <a:pt x="544101" y="190999"/>
                </a:lnTo>
                <a:lnTo>
                  <a:pt x="524328" y="227992"/>
                </a:lnTo>
                <a:lnTo>
                  <a:pt x="494692" y="257628"/>
                </a:lnTo>
                <a:lnTo>
                  <a:pt x="457699" y="277400"/>
                </a:lnTo>
                <a:lnTo>
                  <a:pt x="416593" y="285578"/>
                </a:lnTo>
                <a:lnTo>
                  <a:pt x="40957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53" name="object 53"/>
          <p:cNvSpPr/>
          <p:nvPr/>
        </p:nvSpPr>
        <p:spPr>
          <a:xfrm>
            <a:off x="7029449" y="6657974"/>
            <a:ext cx="457200" cy="285750"/>
          </a:xfrm>
          <a:custGeom>
            <a:avLst/>
            <a:gdLst/>
            <a:ahLst/>
            <a:cxnLst/>
            <a:rect b="b" l="l" r="r" t="t"/>
            <a:pathLst>
              <a:path h="285750" w="457200">
                <a:moveTo>
                  <a:pt x="314324" y="285749"/>
                </a:moveTo>
                <a:lnTo>
                  <a:pt x="142874" y="285749"/>
                </a:lnTo>
                <a:lnTo>
                  <a:pt x="135855" y="285578"/>
                </a:lnTo>
                <a:lnTo>
                  <a:pt x="94748" y="277400"/>
                </a:lnTo>
                <a:lnTo>
                  <a:pt x="57755" y="257627"/>
                </a:lnTo>
                <a:lnTo>
                  <a:pt x="28119" y="227992"/>
                </a:lnTo>
                <a:lnTo>
                  <a:pt x="8347" y="190999"/>
                </a:lnTo>
                <a:lnTo>
                  <a:pt x="171" y="149894"/>
                </a:lnTo>
                <a:lnTo>
                  <a:pt x="0" y="142874"/>
                </a:lnTo>
                <a:lnTo>
                  <a:pt x="171" y="135855"/>
                </a:lnTo>
                <a:lnTo>
                  <a:pt x="8346" y="94749"/>
                </a:lnTo>
                <a:lnTo>
                  <a:pt x="28119" y="57756"/>
                </a:lnTo>
                <a:lnTo>
                  <a:pt x="57755" y="28120"/>
                </a:lnTo>
                <a:lnTo>
                  <a:pt x="94748" y="8347"/>
                </a:lnTo>
                <a:lnTo>
                  <a:pt x="135855" y="171"/>
                </a:lnTo>
                <a:lnTo>
                  <a:pt x="142874" y="0"/>
                </a:lnTo>
                <a:lnTo>
                  <a:pt x="314324" y="0"/>
                </a:lnTo>
                <a:lnTo>
                  <a:pt x="355798" y="6150"/>
                </a:lnTo>
                <a:lnTo>
                  <a:pt x="393700" y="24078"/>
                </a:lnTo>
                <a:lnTo>
                  <a:pt x="424769" y="52234"/>
                </a:lnTo>
                <a:lnTo>
                  <a:pt x="446323" y="88198"/>
                </a:lnTo>
                <a:lnTo>
                  <a:pt x="456513" y="128870"/>
                </a:lnTo>
                <a:lnTo>
                  <a:pt x="457199" y="142874"/>
                </a:lnTo>
                <a:lnTo>
                  <a:pt x="457028" y="149894"/>
                </a:lnTo>
                <a:lnTo>
                  <a:pt x="448850" y="190999"/>
                </a:lnTo>
                <a:lnTo>
                  <a:pt x="429077" y="227992"/>
                </a:lnTo>
                <a:lnTo>
                  <a:pt x="399442" y="257628"/>
                </a:lnTo>
                <a:lnTo>
                  <a:pt x="362449" y="277400"/>
                </a:lnTo>
                <a:lnTo>
                  <a:pt x="321344" y="285578"/>
                </a:lnTo>
                <a:lnTo>
                  <a:pt x="314324" y="28574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886251" y="6698614"/>
            <a:ext cx="1503045" cy="190500"/>
          </a:xfrm>
          <a:prstGeom prst="rect">
            <a:avLst/>
          </a:prstGeom>
        </p:spPr>
        <p:txBody>
          <a:bodyPr bIns="0" lIns="0" numCol="1" rIns="0" rtlCol="0" tIns="1651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algn="l" pos="632460"/>
                <a:tab algn="l" pos="1252855"/>
              </a:tabLst>
            </a:pP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5" sz="105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endParaRPr sz="1050">
              <a:latin typeface="Segoe UI"/>
              <a:cs typeface="Segoe UI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574182" y="6873875"/>
            <a:ext cx="3044190" cy="208279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Management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SOP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0" y="6896100"/>
            <a:ext cx="12192000" cy="504825"/>
            <a:chOff x="0" y="6896100"/>
            <a:chExt cx="12192000" cy="504825"/>
          </a:xfrm>
        </p:grpSpPr>
        <p:sp>
          <p:nvSpPr>
            <p:cNvPr id="57" name="object 57"/>
            <p:cNvSpPr/>
            <p:nvPr/>
          </p:nvSpPr>
          <p:spPr>
            <a:xfrm>
              <a:off x="0" y="7172324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58" name="object 58"/>
            <p:cNvSpPr/>
            <p:nvPr/>
          </p:nvSpPr>
          <p:spPr>
            <a:xfrm>
              <a:off x="10544174" y="6896100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59" name="object 59"/>
            <p:cNvPicPr/>
            <p:nvPr/>
          </p:nvPicPr>
          <p:blipFill>
            <a:blip cstate="print" r:embed="rId6"/>
            <a:stretch>
              <a:fillRect/>
            </a:stretch>
          </p:blipFill>
          <p:spPr>
            <a:xfrm>
              <a:off x="10658474" y="6991349"/>
              <a:ext cx="133349" cy="133349"/>
            </a:xfrm>
            <a:prstGeom prst="rect">
              <a:avLst/>
            </a:prstGeom>
          </p:spPr>
        </p:pic>
      </p:grpSp>
      <p:sp>
        <p:nvSpPr>
          <p:cNvPr id="60" name="object 60"/>
          <p:cNvSpPr txBox="1"/>
          <p:nvPr/>
        </p:nvSpPr>
        <p:spPr>
          <a:xfrm>
            <a:off x="10837018" y="6978650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dirty="0" spc="-15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dirty="0" spc="-10" sz="90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57199" y="7619999"/>
            <a:ext cx="11277600" cy="590550"/>
            <a:chOff x="457199" y="7619999"/>
            <a:chExt cx="11277600" cy="590550"/>
          </a:xfrm>
        </p:grpSpPr>
        <p:sp>
          <p:nvSpPr>
            <p:cNvPr id="3" name="object 3"/>
            <p:cNvSpPr/>
            <p:nvPr/>
          </p:nvSpPr>
          <p:spPr>
            <a:xfrm>
              <a:off x="461962" y="7624761"/>
              <a:ext cx="11268075" cy="581025"/>
            </a:xfrm>
            <a:custGeom>
              <a:avLst/>
              <a:gdLst/>
              <a:ahLst/>
              <a:cxnLst/>
              <a:rect b="b" l="l" r="r" t="t"/>
              <a:pathLst>
                <a:path h="581025" w="11268075">
                  <a:moveTo>
                    <a:pt x="11239156" y="581024"/>
                  </a:moveTo>
                  <a:lnTo>
                    <a:pt x="28916" y="581024"/>
                  </a:lnTo>
                  <a:lnTo>
                    <a:pt x="24664" y="580177"/>
                  </a:lnTo>
                  <a:lnTo>
                    <a:pt x="0" y="552108"/>
                  </a:lnTo>
                  <a:lnTo>
                    <a:pt x="0" y="547687"/>
                  </a:lnTo>
                  <a:lnTo>
                    <a:pt x="0" y="28916"/>
                  </a:lnTo>
                  <a:lnTo>
                    <a:pt x="28916" y="0"/>
                  </a:lnTo>
                  <a:lnTo>
                    <a:pt x="11239156" y="0"/>
                  </a:lnTo>
                  <a:lnTo>
                    <a:pt x="11268072" y="28916"/>
                  </a:lnTo>
                  <a:lnTo>
                    <a:pt x="11268072" y="552108"/>
                  </a:lnTo>
                  <a:lnTo>
                    <a:pt x="11243408" y="580177"/>
                  </a:lnTo>
                  <a:lnTo>
                    <a:pt x="11239156" y="581024"/>
                  </a:lnTo>
                  <a:close/>
                </a:path>
              </a:pathLst>
            </a:custGeom>
            <a:solidFill>
              <a:srgbClr val="F9FAFA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" name="object 4"/>
            <p:cNvSpPr/>
            <p:nvPr/>
          </p:nvSpPr>
          <p:spPr>
            <a:xfrm>
              <a:off x="461962" y="7624761"/>
              <a:ext cx="11268075" cy="581025"/>
            </a:xfrm>
            <a:custGeom>
              <a:avLst/>
              <a:gdLst/>
              <a:ahLst/>
              <a:cxnLst/>
              <a:rect b="b" l="l" r="r" t="t"/>
              <a:pathLst>
                <a:path h="581025" w="11268075">
                  <a:moveTo>
                    <a:pt x="0" y="547687"/>
                  </a:moveTo>
                  <a:lnTo>
                    <a:pt x="0" y="33337"/>
                  </a:lnTo>
                  <a:lnTo>
                    <a:pt x="0" y="28916"/>
                  </a:lnTo>
                  <a:lnTo>
                    <a:pt x="845" y="24662"/>
                  </a:lnTo>
                  <a:lnTo>
                    <a:pt x="2537" y="20578"/>
                  </a:lnTo>
                  <a:lnTo>
                    <a:pt x="4229" y="16494"/>
                  </a:lnTo>
                  <a:lnTo>
                    <a:pt x="6638" y="12889"/>
                  </a:lnTo>
                  <a:lnTo>
                    <a:pt x="9764" y="9763"/>
                  </a:lnTo>
                  <a:lnTo>
                    <a:pt x="12890" y="6637"/>
                  </a:lnTo>
                  <a:lnTo>
                    <a:pt x="16495" y="4228"/>
                  </a:lnTo>
                  <a:lnTo>
                    <a:pt x="20579" y="2537"/>
                  </a:lnTo>
                  <a:lnTo>
                    <a:pt x="24664" y="845"/>
                  </a:lnTo>
                  <a:lnTo>
                    <a:pt x="28916" y="0"/>
                  </a:lnTo>
                  <a:lnTo>
                    <a:pt x="33337" y="0"/>
                  </a:lnTo>
                  <a:lnTo>
                    <a:pt x="11234736" y="0"/>
                  </a:lnTo>
                  <a:lnTo>
                    <a:pt x="11239156" y="0"/>
                  </a:lnTo>
                  <a:lnTo>
                    <a:pt x="11243408" y="845"/>
                  </a:lnTo>
                  <a:lnTo>
                    <a:pt x="11247492" y="2537"/>
                  </a:lnTo>
                  <a:lnTo>
                    <a:pt x="11251577" y="4228"/>
                  </a:lnTo>
                  <a:lnTo>
                    <a:pt x="11268074" y="33337"/>
                  </a:lnTo>
                  <a:lnTo>
                    <a:pt x="11268074" y="547687"/>
                  </a:lnTo>
                  <a:lnTo>
                    <a:pt x="11247492" y="578486"/>
                  </a:lnTo>
                  <a:lnTo>
                    <a:pt x="11243408" y="580177"/>
                  </a:lnTo>
                  <a:lnTo>
                    <a:pt x="11239156" y="581024"/>
                  </a:lnTo>
                  <a:lnTo>
                    <a:pt x="11234736" y="581024"/>
                  </a:lnTo>
                  <a:lnTo>
                    <a:pt x="33337" y="581024"/>
                  </a:lnTo>
                  <a:lnTo>
                    <a:pt x="28916" y="581024"/>
                  </a:lnTo>
                  <a:lnTo>
                    <a:pt x="24664" y="580177"/>
                  </a:lnTo>
                  <a:lnTo>
                    <a:pt x="20579" y="578486"/>
                  </a:lnTo>
                  <a:lnTo>
                    <a:pt x="16495" y="576794"/>
                  </a:lnTo>
                  <a:lnTo>
                    <a:pt x="12890" y="574385"/>
                  </a:lnTo>
                  <a:lnTo>
                    <a:pt x="9764" y="571259"/>
                  </a:lnTo>
                  <a:lnTo>
                    <a:pt x="6638" y="568133"/>
                  </a:lnTo>
                  <a:lnTo>
                    <a:pt x="4229" y="564528"/>
                  </a:lnTo>
                  <a:lnTo>
                    <a:pt x="2537" y="560444"/>
                  </a:lnTo>
                  <a:lnTo>
                    <a:pt x="845" y="556360"/>
                  </a:lnTo>
                  <a:lnTo>
                    <a:pt x="0" y="552108"/>
                  </a:lnTo>
                  <a:lnTo>
                    <a:pt x="0" y="547687"/>
                  </a:lnTo>
                  <a:close/>
                </a:path>
              </a:pathLst>
            </a:custGeom>
            <a:ln w="9524">
              <a:solidFill>
                <a:srgbClr val="E4E7EB"/>
              </a:solidFill>
            </a:ln>
          </p:spPr>
          <p:txBody>
            <a:bodyPr bIns="0" lIns="0" numCol="1" rIns="0" rtlCol="0" tIns="0" wrap="square"/>
            <a:lstStyle/>
            <a:p/>
          </p:txBody>
        </p:sp>
      </p:grpSp>
      <p:sp>
        <p:nvSpPr>
          <p:cNvPr id="5" name="object 5"/>
          <p:cNvSpPr/>
          <p:nvPr/>
        </p:nvSpPr>
        <p:spPr>
          <a:xfrm>
            <a:off x="457371" y="600074"/>
            <a:ext cx="285750" cy="285750"/>
          </a:xfrm>
          <a:custGeom>
            <a:avLst/>
            <a:gdLst/>
            <a:ahLst/>
            <a:cxnLst/>
            <a:rect b="b" l="l" r="r" t="t"/>
            <a:pathLst>
              <a:path h="285750" w="285750">
                <a:moveTo>
                  <a:pt x="142703" y="285750"/>
                </a:moveTo>
                <a:lnTo>
                  <a:pt x="101228" y="279599"/>
                </a:lnTo>
                <a:lnTo>
                  <a:pt x="63326" y="261671"/>
                </a:lnTo>
                <a:lnTo>
                  <a:pt x="32258" y="233514"/>
                </a:lnTo>
                <a:lnTo>
                  <a:pt x="10704" y="197550"/>
                </a:lnTo>
                <a:lnTo>
                  <a:pt x="514" y="156879"/>
                </a:lnTo>
                <a:lnTo>
                  <a:pt x="0" y="149894"/>
                </a:lnTo>
                <a:lnTo>
                  <a:pt x="0" y="135855"/>
                </a:lnTo>
                <a:lnTo>
                  <a:pt x="8176" y="94749"/>
                </a:lnTo>
                <a:lnTo>
                  <a:pt x="27949" y="57757"/>
                </a:lnTo>
                <a:lnTo>
                  <a:pt x="57585" y="28121"/>
                </a:lnTo>
                <a:lnTo>
                  <a:pt x="94577" y="8348"/>
                </a:lnTo>
                <a:lnTo>
                  <a:pt x="135684" y="171"/>
                </a:lnTo>
                <a:lnTo>
                  <a:pt x="142703" y="0"/>
                </a:lnTo>
                <a:lnTo>
                  <a:pt x="149722" y="171"/>
                </a:lnTo>
                <a:lnTo>
                  <a:pt x="190828" y="8348"/>
                </a:lnTo>
                <a:lnTo>
                  <a:pt x="227821" y="28121"/>
                </a:lnTo>
                <a:lnTo>
                  <a:pt x="257457" y="57757"/>
                </a:lnTo>
                <a:lnTo>
                  <a:pt x="276332" y="92422"/>
                </a:lnTo>
                <a:lnTo>
                  <a:pt x="192039" y="92422"/>
                </a:lnTo>
                <a:lnTo>
                  <a:pt x="156295" y="128196"/>
                </a:lnTo>
                <a:lnTo>
                  <a:pt x="84995" y="128196"/>
                </a:lnTo>
                <a:lnTo>
                  <a:pt x="74447" y="138633"/>
                </a:lnTo>
                <a:lnTo>
                  <a:pt x="74447" y="147116"/>
                </a:lnTo>
                <a:lnTo>
                  <a:pt x="115412" y="188081"/>
                </a:lnTo>
                <a:lnTo>
                  <a:pt x="120602" y="193327"/>
                </a:lnTo>
                <a:lnTo>
                  <a:pt x="276332" y="193327"/>
                </a:lnTo>
                <a:lnTo>
                  <a:pt x="274702" y="197550"/>
                </a:lnTo>
                <a:lnTo>
                  <a:pt x="253148" y="233514"/>
                </a:lnTo>
                <a:lnTo>
                  <a:pt x="222080" y="261671"/>
                </a:lnTo>
                <a:lnTo>
                  <a:pt x="184178" y="279599"/>
                </a:lnTo>
                <a:lnTo>
                  <a:pt x="149722" y="285578"/>
                </a:lnTo>
                <a:lnTo>
                  <a:pt x="142703" y="285750"/>
                </a:lnTo>
                <a:close/>
              </a:path>
              <a:path h="285750" w="285750">
                <a:moveTo>
                  <a:pt x="210959" y="111397"/>
                </a:moveTo>
                <a:lnTo>
                  <a:pt x="210903" y="102914"/>
                </a:lnTo>
                <a:lnTo>
                  <a:pt x="200523" y="92422"/>
                </a:lnTo>
                <a:lnTo>
                  <a:pt x="276332" y="92422"/>
                </a:lnTo>
                <a:lnTo>
                  <a:pt x="277230" y="94749"/>
                </a:lnTo>
                <a:lnTo>
                  <a:pt x="279427" y="101400"/>
                </a:lnTo>
                <a:lnTo>
                  <a:pt x="280758" y="106208"/>
                </a:lnTo>
                <a:lnTo>
                  <a:pt x="216204" y="106208"/>
                </a:lnTo>
                <a:lnTo>
                  <a:pt x="210959" y="111397"/>
                </a:lnTo>
                <a:close/>
              </a:path>
              <a:path h="285750" w="285750">
                <a:moveTo>
                  <a:pt x="276332" y="193327"/>
                </a:moveTo>
                <a:lnTo>
                  <a:pt x="129085" y="193327"/>
                </a:lnTo>
                <a:lnTo>
                  <a:pt x="216204" y="106208"/>
                </a:lnTo>
                <a:lnTo>
                  <a:pt x="280758" y="106208"/>
                </a:lnTo>
                <a:lnTo>
                  <a:pt x="281295" y="108150"/>
                </a:lnTo>
                <a:lnTo>
                  <a:pt x="282833" y="115001"/>
                </a:lnTo>
                <a:lnTo>
                  <a:pt x="284034" y="121919"/>
                </a:lnTo>
                <a:lnTo>
                  <a:pt x="284808" y="128196"/>
                </a:lnTo>
                <a:lnTo>
                  <a:pt x="284892" y="128870"/>
                </a:lnTo>
                <a:lnTo>
                  <a:pt x="285406" y="135855"/>
                </a:lnTo>
                <a:lnTo>
                  <a:pt x="285406" y="149894"/>
                </a:lnTo>
                <a:lnTo>
                  <a:pt x="284892" y="156879"/>
                </a:lnTo>
                <a:lnTo>
                  <a:pt x="277230" y="191000"/>
                </a:lnTo>
                <a:lnTo>
                  <a:pt x="276332" y="193327"/>
                </a:lnTo>
                <a:close/>
              </a:path>
              <a:path h="285750" w="285750">
                <a:moveTo>
                  <a:pt x="124844" y="159673"/>
                </a:moveTo>
                <a:lnTo>
                  <a:pt x="98613" y="133443"/>
                </a:lnTo>
                <a:lnTo>
                  <a:pt x="93422" y="128196"/>
                </a:lnTo>
                <a:lnTo>
                  <a:pt x="156295" y="128196"/>
                </a:lnTo>
                <a:lnTo>
                  <a:pt x="124844" y="159673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pc="-25"/>
              <a:t>Step-</a:t>
            </a:r>
            <a:r>
              <a:rPr dirty="0"/>
              <a:t>by-Step:</a:t>
            </a:r>
            <a:r>
              <a:rPr dirty="0" spc="-30"/>
              <a:t> </a:t>
            </a:r>
            <a:r>
              <a:rPr dirty="0"/>
              <a:t>Disabling</a:t>
            </a:r>
            <a:r>
              <a:rPr dirty="0" spc="-25"/>
              <a:t> </a:t>
            </a:r>
            <a:r>
              <a:rPr dirty="0"/>
              <a:t>Alerts,</a:t>
            </a:r>
            <a:r>
              <a:rPr dirty="0" spc="-25"/>
              <a:t> </a:t>
            </a:r>
            <a:r>
              <a:rPr dirty="0" spc="-10"/>
              <a:t>Troubleshooting</a:t>
            </a:r>
            <a:r>
              <a:rPr dirty="0" spc="-25"/>
              <a:t> </a:t>
            </a:r>
            <a:r>
              <a:rPr dirty="0"/>
              <a:t>&amp;</a:t>
            </a:r>
            <a:r>
              <a:rPr dirty="0" spc="-25"/>
              <a:t> </a:t>
            </a:r>
            <a:r>
              <a:rPr dirty="0"/>
              <a:t>Best</a:t>
            </a:r>
            <a:r>
              <a:rPr dirty="0" spc="-25"/>
              <a:t> </a:t>
            </a:r>
            <a:r>
              <a:rPr dirty="0" spc="-10"/>
              <a:t>Practices</a:t>
            </a:r>
          </a:p>
        </p:txBody>
      </p:sp>
      <p:sp>
        <p:nvSpPr>
          <p:cNvPr id="7" name="object 7"/>
          <p:cNvSpPr/>
          <p:nvPr/>
        </p:nvSpPr>
        <p:spPr>
          <a:xfrm>
            <a:off x="1066799" y="1904999"/>
            <a:ext cx="28575" cy="762000"/>
          </a:xfrm>
          <a:custGeom>
            <a:avLst/>
            <a:gdLst/>
            <a:ahLst/>
            <a:cxnLst/>
            <a:rect b="b" l="l" r="r" t="t"/>
            <a:pathLst>
              <a:path h="762000" w="28575">
                <a:moveTo>
                  <a:pt x="28574" y="761999"/>
                </a:moveTo>
                <a:lnTo>
                  <a:pt x="0" y="761999"/>
                </a:lnTo>
                <a:lnTo>
                  <a:pt x="0" y="0"/>
                </a:lnTo>
                <a:lnTo>
                  <a:pt x="28574" y="0"/>
                </a:lnTo>
                <a:lnTo>
                  <a:pt x="28574" y="761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8" name="object 8"/>
          <p:cNvSpPr/>
          <p:nvPr/>
        </p:nvSpPr>
        <p:spPr>
          <a:xfrm>
            <a:off x="1066799" y="2781299"/>
            <a:ext cx="28575" cy="533400"/>
          </a:xfrm>
          <a:custGeom>
            <a:avLst/>
            <a:gdLst/>
            <a:ahLst/>
            <a:cxnLst/>
            <a:rect b="b" l="l" r="r" t="t"/>
            <a:pathLst>
              <a:path h="533400" w="28575">
                <a:moveTo>
                  <a:pt x="28574" y="533399"/>
                </a:moveTo>
                <a:lnTo>
                  <a:pt x="0" y="533399"/>
                </a:lnTo>
                <a:lnTo>
                  <a:pt x="0" y="0"/>
                </a:lnTo>
                <a:lnTo>
                  <a:pt x="28574" y="0"/>
                </a:lnTo>
                <a:lnTo>
                  <a:pt x="28574" y="5333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9" name="object 9"/>
          <p:cNvSpPr/>
          <p:nvPr/>
        </p:nvSpPr>
        <p:spPr>
          <a:xfrm>
            <a:off x="1066799" y="3428999"/>
            <a:ext cx="28575" cy="571500"/>
          </a:xfrm>
          <a:custGeom>
            <a:avLst/>
            <a:gdLst/>
            <a:ahLst/>
            <a:cxnLst/>
            <a:rect b="b" l="l" r="r" t="t"/>
            <a:pathLst>
              <a:path h="571500" w="28575">
                <a:moveTo>
                  <a:pt x="28574" y="571499"/>
                </a:moveTo>
                <a:lnTo>
                  <a:pt x="0" y="571499"/>
                </a:lnTo>
                <a:lnTo>
                  <a:pt x="0" y="0"/>
                </a:lnTo>
                <a:lnTo>
                  <a:pt x="28574" y="0"/>
                </a:lnTo>
                <a:lnTo>
                  <a:pt x="28574" y="5714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0" name="object 10"/>
          <p:cNvSpPr/>
          <p:nvPr/>
        </p:nvSpPr>
        <p:spPr>
          <a:xfrm>
            <a:off x="1066799" y="4114799"/>
            <a:ext cx="28575" cy="533400"/>
          </a:xfrm>
          <a:custGeom>
            <a:avLst/>
            <a:gdLst/>
            <a:ahLst/>
            <a:cxnLst/>
            <a:rect b="b" l="l" r="r" t="t"/>
            <a:pathLst>
              <a:path h="533400" w="28575">
                <a:moveTo>
                  <a:pt x="28574" y="533399"/>
                </a:moveTo>
                <a:lnTo>
                  <a:pt x="0" y="533399"/>
                </a:lnTo>
                <a:lnTo>
                  <a:pt x="0" y="0"/>
                </a:lnTo>
                <a:lnTo>
                  <a:pt x="28574" y="0"/>
                </a:lnTo>
                <a:lnTo>
                  <a:pt x="28574" y="5333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1" name="object 11"/>
          <p:cNvSpPr/>
          <p:nvPr/>
        </p:nvSpPr>
        <p:spPr>
          <a:xfrm>
            <a:off x="1066799" y="4762499"/>
            <a:ext cx="28575" cy="762000"/>
          </a:xfrm>
          <a:custGeom>
            <a:avLst/>
            <a:gdLst/>
            <a:ahLst/>
            <a:cxnLst/>
            <a:rect b="b" l="l" r="r" t="t"/>
            <a:pathLst>
              <a:path h="762000" w="28575">
                <a:moveTo>
                  <a:pt x="28574" y="761999"/>
                </a:moveTo>
                <a:lnTo>
                  <a:pt x="0" y="761999"/>
                </a:lnTo>
                <a:lnTo>
                  <a:pt x="0" y="0"/>
                </a:lnTo>
                <a:lnTo>
                  <a:pt x="28574" y="0"/>
                </a:lnTo>
                <a:lnTo>
                  <a:pt x="28574" y="7619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grpSp>
        <p:nvGrpSpPr>
          <p:cNvPr id="12" name="object 12"/>
          <p:cNvGrpSpPr/>
          <p:nvPr/>
        </p:nvGrpSpPr>
        <p:grpSpPr>
          <a:xfrm>
            <a:off x="457199" y="1142999"/>
            <a:ext cx="609600" cy="609600"/>
            <a:chOff x="457199" y="1142999"/>
            <a:chExt cx="609600" cy="609600"/>
          </a:xfrm>
        </p:grpSpPr>
        <p:sp>
          <p:nvSpPr>
            <p:cNvPr id="13" name="object 13"/>
            <p:cNvSpPr/>
            <p:nvPr/>
          </p:nvSpPr>
          <p:spPr>
            <a:xfrm>
              <a:off x="466724" y="11525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6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3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3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80" y="5673"/>
                  </a:lnTo>
                  <a:lnTo>
                    <a:pt x="394750" y="17260"/>
                  </a:lnTo>
                  <a:lnTo>
                    <a:pt x="434466" y="34865"/>
                  </a:lnTo>
                  <a:lnTo>
                    <a:pt x="471170" y="58107"/>
                  </a:lnTo>
                  <a:lnTo>
                    <a:pt x="504065" y="86483"/>
                  </a:lnTo>
                  <a:lnTo>
                    <a:pt x="532442" y="119379"/>
                  </a:lnTo>
                  <a:lnTo>
                    <a:pt x="555684" y="156083"/>
                  </a:lnTo>
                  <a:lnTo>
                    <a:pt x="573289" y="195799"/>
                  </a:lnTo>
                  <a:lnTo>
                    <a:pt x="584876" y="237669"/>
                  </a:lnTo>
                  <a:lnTo>
                    <a:pt x="590194" y="280786"/>
                  </a:lnTo>
                  <a:lnTo>
                    <a:pt x="590549" y="295274"/>
                  </a:lnTo>
                  <a:lnTo>
                    <a:pt x="590194" y="309763"/>
                  </a:lnTo>
                  <a:lnTo>
                    <a:pt x="584876" y="352880"/>
                  </a:lnTo>
                  <a:lnTo>
                    <a:pt x="573289" y="394750"/>
                  </a:lnTo>
                  <a:lnTo>
                    <a:pt x="555684" y="434466"/>
                  </a:lnTo>
                  <a:lnTo>
                    <a:pt x="532442" y="471170"/>
                  </a:lnTo>
                  <a:lnTo>
                    <a:pt x="504065" y="504065"/>
                  </a:lnTo>
                  <a:lnTo>
                    <a:pt x="471170" y="532442"/>
                  </a:lnTo>
                  <a:lnTo>
                    <a:pt x="434466" y="555684"/>
                  </a:lnTo>
                  <a:lnTo>
                    <a:pt x="394750" y="573289"/>
                  </a:lnTo>
                  <a:lnTo>
                    <a:pt x="352880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14" name="object 14"/>
            <p:cNvSpPr/>
            <p:nvPr/>
          </p:nvSpPr>
          <p:spPr>
            <a:xfrm>
              <a:off x="466724" y="11525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5" y="380988"/>
                  </a:lnTo>
                  <a:lnTo>
                    <a:pt x="562200" y="421521"/>
                  </a:lnTo>
                  <a:lnTo>
                    <a:pt x="540787" y="459320"/>
                  </a:lnTo>
                  <a:lnTo>
                    <a:pt x="514059" y="493569"/>
                  </a:lnTo>
                  <a:lnTo>
                    <a:pt x="482595" y="523525"/>
                  </a:lnTo>
                  <a:lnTo>
                    <a:pt x="447076" y="548540"/>
                  </a:lnTo>
                  <a:lnTo>
                    <a:pt x="408271" y="568073"/>
                  </a:lnTo>
                  <a:lnTo>
                    <a:pt x="367021" y="581701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0" y="440817"/>
                  </a:lnTo>
                  <a:lnTo>
                    <a:pt x="19784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7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3" y="4346"/>
                  </a:lnTo>
                  <a:lnTo>
                    <a:pt x="387899" y="14903"/>
                  </a:lnTo>
                  <a:lnTo>
                    <a:pt x="428032" y="31527"/>
                  </a:lnTo>
                  <a:lnTo>
                    <a:pt x="465298" y="53863"/>
                  </a:lnTo>
                  <a:lnTo>
                    <a:pt x="498877" y="81421"/>
                  </a:lnTo>
                  <a:lnTo>
                    <a:pt x="528055" y="113614"/>
                  </a:lnTo>
                  <a:lnTo>
                    <a:pt x="552188" y="149732"/>
                  </a:lnTo>
                  <a:lnTo>
                    <a:pt x="570765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15" name="object 15"/>
            <p:cNvPicPr/>
            <p:nvPr/>
          </p:nvPicPr>
          <p:blipFill>
            <a:blip cstate="print" r:embed="rId2"/>
            <a:stretch>
              <a:fillRect/>
            </a:stretch>
          </p:blipFill>
          <p:spPr>
            <a:xfrm>
              <a:off x="646628" y="1346537"/>
              <a:ext cx="229671" cy="194131"/>
            </a:xfrm>
            <a:prstGeom prst="rect">
              <a:avLst/>
            </a:prstGeom>
          </p:spPr>
        </p:pic>
      </p:grpSp>
      <p:sp>
        <p:nvSpPr>
          <p:cNvPr id="16" name="object 16"/>
          <p:cNvSpPr txBox="1"/>
          <p:nvPr/>
        </p:nvSpPr>
        <p:spPr>
          <a:xfrm>
            <a:off x="1225549" y="1820148"/>
            <a:ext cx="4712335" cy="1856105"/>
          </a:xfrm>
          <a:prstGeom prst="rect">
            <a:avLst/>
          </a:prstGeom>
        </p:spPr>
        <p:txBody>
          <a:bodyPr bIns="0" lIns="0" numCol="1" rIns="0" rtlCol="0" tIns="11303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b="1" dirty="0" sz="1350">
                <a:latin typeface="Segoe UI Semibold"/>
                <a:cs typeface="Segoe UI Semibold"/>
              </a:rPr>
              <a:t>Step</a:t>
            </a:r>
            <a:r>
              <a:rPr b="1" dirty="0" spc="-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1: Identify</a:t>
            </a:r>
            <a:r>
              <a:rPr b="1" dirty="0" spc="-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Alert </a:t>
            </a:r>
            <a:r>
              <a:rPr b="1" dirty="0" spc="-10" sz="1350">
                <a:latin typeface="Segoe UI Semibold"/>
                <a:cs typeface="Segoe UI Semibold"/>
              </a:rPr>
              <a:t>Source</a:t>
            </a:r>
            <a:endParaRPr sz="1350">
              <a:latin typeface="Segoe UI Semibold"/>
              <a:cs typeface="Segoe UI Semibold"/>
            </a:endParaRPr>
          </a:p>
          <a:p>
            <a:pPr marL="12700" marR="5080">
              <a:lnSpc>
                <a:spcPct val="125000"/>
              </a:lnSpc>
              <a:spcBef>
                <a:spcPts val="345"/>
              </a:spcBef>
            </a:pPr>
            <a:r>
              <a:rPr dirty="0" spc="-10" sz="1200">
                <a:latin typeface="Segoe UI"/>
                <a:cs typeface="Segoe UI"/>
              </a:rPr>
              <a:t>Verify </a:t>
            </a:r>
            <a:r>
              <a:rPr dirty="0" sz="1200">
                <a:latin typeface="Segoe UI"/>
                <a:cs typeface="Segoe UI"/>
              </a:rPr>
              <a:t>which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monitoring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tool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is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generating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port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down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alerts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(Event </a:t>
            </a:r>
            <a:r>
              <a:rPr dirty="0" sz="1200">
                <a:latin typeface="Segoe UI"/>
                <a:cs typeface="Segoe UI"/>
              </a:rPr>
              <a:t>Viewer,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SNMP,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or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third-</a:t>
            </a:r>
            <a:r>
              <a:rPr dirty="0" spc="-10" sz="1200">
                <a:latin typeface="Segoe UI"/>
                <a:cs typeface="Segoe UI"/>
              </a:rPr>
              <a:t>party).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b="1" dirty="0" sz="1350">
                <a:latin typeface="Segoe UI Semibold"/>
                <a:cs typeface="Segoe UI Semibold"/>
              </a:rPr>
              <a:t>Step</a:t>
            </a:r>
            <a:r>
              <a:rPr b="1" dirty="0" spc="-3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2:</a:t>
            </a:r>
            <a:r>
              <a:rPr b="1" dirty="0" spc="-3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Access</a:t>
            </a:r>
            <a:r>
              <a:rPr b="1" dirty="0" spc="-30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Configuration</a:t>
            </a:r>
            <a:endParaRPr sz="1350">
              <a:latin typeface="Segoe UI Semibold"/>
              <a:cs typeface="Segoe UI Semibold"/>
            </a:endParaRPr>
          </a:p>
          <a:p>
            <a:pPr marL="12700">
              <a:lnSpc>
                <a:spcPct val="100000"/>
              </a:lnSpc>
              <a:spcBef>
                <a:spcPts val="705"/>
              </a:spcBef>
            </a:pPr>
            <a:r>
              <a:rPr dirty="0" sz="1200">
                <a:latin typeface="Segoe UI"/>
                <a:cs typeface="Segoe UI"/>
              </a:rPr>
              <a:t>Navigate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specific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tool's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alert/rule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configuration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section.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b="1" dirty="0" sz="1350">
                <a:latin typeface="Segoe UI Semibold"/>
                <a:cs typeface="Segoe UI Semibold"/>
              </a:rPr>
              <a:t>Step</a:t>
            </a:r>
            <a:r>
              <a:rPr b="1" dirty="0" spc="-2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3:</a:t>
            </a:r>
            <a:r>
              <a:rPr b="1" dirty="0" spc="-20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Locate</a:t>
            </a:r>
            <a:r>
              <a:rPr b="1" dirty="0" spc="-20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Port</a:t>
            </a:r>
            <a:r>
              <a:rPr b="1" dirty="0" spc="-20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Rules</a:t>
            </a:r>
            <a:endParaRPr sz="1350">
              <a:latin typeface="Segoe UI Semibold"/>
              <a:cs typeface="Segoe UI Semibold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381374" y="3733799"/>
            <a:ext cx="542925" cy="266700"/>
          </a:xfrm>
          <a:custGeom>
            <a:avLst/>
            <a:gdLst/>
            <a:ahLst/>
            <a:cxnLst/>
            <a:rect b="b" l="l" r="r" t="t"/>
            <a:pathLst>
              <a:path h="266700" w="542925">
                <a:moveTo>
                  <a:pt x="409574" y="266699"/>
                </a:moveTo>
                <a:lnTo>
                  <a:pt x="133349" y="266699"/>
                </a:lnTo>
                <a:lnTo>
                  <a:pt x="126798" y="266539"/>
                </a:lnTo>
                <a:lnTo>
                  <a:pt x="88432" y="258907"/>
                </a:lnTo>
                <a:lnTo>
                  <a:pt x="53906" y="240453"/>
                </a:lnTo>
                <a:lnTo>
                  <a:pt x="26245" y="212793"/>
                </a:lnTo>
                <a:lnTo>
                  <a:pt x="7791" y="178266"/>
                </a:lnTo>
                <a:lnTo>
                  <a:pt x="159" y="139900"/>
                </a:lnTo>
                <a:lnTo>
                  <a:pt x="0" y="133349"/>
                </a:lnTo>
                <a:lnTo>
                  <a:pt x="159" y="126798"/>
                </a:lnTo>
                <a:lnTo>
                  <a:pt x="7791" y="88432"/>
                </a:lnTo>
                <a:lnTo>
                  <a:pt x="26245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409574" y="0"/>
                </a:lnTo>
                <a:lnTo>
                  <a:pt x="448284" y="5740"/>
                </a:lnTo>
                <a:lnTo>
                  <a:pt x="483659" y="22473"/>
                </a:lnTo>
                <a:lnTo>
                  <a:pt x="512656" y="48752"/>
                </a:lnTo>
                <a:lnTo>
                  <a:pt x="532774" y="82318"/>
                </a:lnTo>
                <a:lnTo>
                  <a:pt x="542284" y="120278"/>
                </a:lnTo>
                <a:lnTo>
                  <a:pt x="542924" y="133349"/>
                </a:lnTo>
                <a:lnTo>
                  <a:pt x="542764" y="139900"/>
                </a:lnTo>
                <a:lnTo>
                  <a:pt x="535133" y="178266"/>
                </a:lnTo>
                <a:lnTo>
                  <a:pt x="516678" y="212792"/>
                </a:lnTo>
                <a:lnTo>
                  <a:pt x="489017" y="240453"/>
                </a:lnTo>
                <a:lnTo>
                  <a:pt x="454491" y="258907"/>
                </a:lnTo>
                <a:lnTo>
                  <a:pt x="416126" y="266539"/>
                </a:lnTo>
                <a:lnTo>
                  <a:pt x="409574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8" name="object 18"/>
          <p:cNvSpPr/>
          <p:nvPr/>
        </p:nvSpPr>
        <p:spPr>
          <a:xfrm>
            <a:off x="4048124" y="3733799"/>
            <a:ext cx="542925" cy="266700"/>
          </a:xfrm>
          <a:custGeom>
            <a:avLst/>
            <a:gdLst/>
            <a:ahLst/>
            <a:cxnLst/>
            <a:rect b="b" l="l" r="r" t="t"/>
            <a:pathLst>
              <a:path h="266700" w="542925">
                <a:moveTo>
                  <a:pt x="409574" y="266699"/>
                </a:moveTo>
                <a:lnTo>
                  <a:pt x="133349" y="266699"/>
                </a:lnTo>
                <a:lnTo>
                  <a:pt x="126798" y="266539"/>
                </a:lnTo>
                <a:lnTo>
                  <a:pt x="88432" y="258907"/>
                </a:lnTo>
                <a:lnTo>
                  <a:pt x="53906" y="240453"/>
                </a:lnTo>
                <a:lnTo>
                  <a:pt x="26246" y="212793"/>
                </a:lnTo>
                <a:lnTo>
                  <a:pt x="7791" y="178266"/>
                </a:lnTo>
                <a:lnTo>
                  <a:pt x="160" y="13990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6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409574" y="0"/>
                </a:lnTo>
                <a:lnTo>
                  <a:pt x="448284" y="5740"/>
                </a:lnTo>
                <a:lnTo>
                  <a:pt x="483659" y="22473"/>
                </a:lnTo>
                <a:lnTo>
                  <a:pt x="512656" y="48752"/>
                </a:lnTo>
                <a:lnTo>
                  <a:pt x="532773" y="82318"/>
                </a:lnTo>
                <a:lnTo>
                  <a:pt x="542284" y="120278"/>
                </a:lnTo>
                <a:lnTo>
                  <a:pt x="542924" y="133349"/>
                </a:lnTo>
                <a:lnTo>
                  <a:pt x="542764" y="139900"/>
                </a:lnTo>
                <a:lnTo>
                  <a:pt x="535132" y="178266"/>
                </a:lnTo>
                <a:lnTo>
                  <a:pt x="516677" y="212792"/>
                </a:lnTo>
                <a:lnTo>
                  <a:pt x="489017" y="240453"/>
                </a:lnTo>
                <a:lnTo>
                  <a:pt x="454491" y="258907"/>
                </a:lnTo>
                <a:lnTo>
                  <a:pt x="416126" y="266539"/>
                </a:lnTo>
                <a:lnTo>
                  <a:pt x="409574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19" name="object 19"/>
          <p:cNvSpPr/>
          <p:nvPr/>
        </p:nvSpPr>
        <p:spPr>
          <a:xfrm>
            <a:off x="4705349" y="3733799"/>
            <a:ext cx="466725" cy="266700"/>
          </a:xfrm>
          <a:custGeom>
            <a:avLst/>
            <a:gdLst/>
            <a:ahLst/>
            <a:cxnLst/>
            <a:rect b="b" l="l" r="r" t="t"/>
            <a:pathLst>
              <a:path h="266700" w="466725">
                <a:moveTo>
                  <a:pt x="333374" y="266699"/>
                </a:moveTo>
                <a:lnTo>
                  <a:pt x="133349" y="266699"/>
                </a:lnTo>
                <a:lnTo>
                  <a:pt x="126798" y="266539"/>
                </a:lnTo>
                <a:lnTo>
                  <a:pt x="88432" y="258907"/>
                </a:lnTo>
                <a:lnTo>
                  <a:pt x="53906" y="240453"/>
                </a:lnTo>
                <a:lnTo>
                  <a:pt x="26245" y="212793"/>
                </a:lnTo>
                <a:lnTo>
                  <a:pt x="7791" y="178266"/>
                </a:lnTo>
                <a:lnTo>
                  <a:pt x="160" y="139900"/>
                </a:lnTo>
                <a:lnTo>
                  <a:pt x="0" y="133349"/>
                </a:lnTo>
                <a:lnTo>
                  <a:pt x="160" y="126798"/>
                </a:lnTo>
                <a:lnTo>
                  <a:pt x="7791" y="88432"/>
                </a:lnTo>
                <a:lnTo>
                  <a:pt x="26245" y="53906"/>
                </a:lnTo>
                <a:lnTo>
                  <a:pt x="53906" y="26245"/>
                </a:lnTo>
                <a:lnTo>
                  <a:pt x="88432" y="7791"/>
                </a:lnTo>
                <a:lnTo>
                  <a:pt x="126798" y="160"/>
                </a:lnTo>
                <a:lnTo>
                  <a:pt x="133349" y="0"/>
                </a:lnTo>
                <a:lnTo>
                  <a:pt x="333374" y="0"/>
                </a:lnTo>
                <a:lnTo>
                  <a:pt x="372083" y="5740"/>
                </a:lnTo>
                <a:lnTo>
                  <a:pt x="407459" y="22473"/>
                </a:lnTo>
                <a:lnTo>
                  <a:pt x="436456" y="48752"/>
                </a:lnTo>
                <a:lnTo>
                  <a:pt x="456573" y="82318"/>
                </a:lnTo>
                <a:lnTo>
                  <a:pt x="466084" y="120278"/>
                </a:lnTo>
                <a:lnTo>
                  <a:pt x="466724" y="133349"/>
                </a:lnTo>
                <a:lnTo>
                  <a:pt x="466564" y="139900"/>
                </a:lnTo>
                <a:lnTo>
                  <a:pt x="458932" y="178266"/>
                </a:lnTo>
                <a:lnTo>
                  <a:pt x="440477" y="212792"/>
                </a:lnTo>
                <a:lnTo>
                  <a:pt x="412817" y="240453"/>
                </a:lnTo>
                <a:lnTo>
                  <a:pt x="378291" y="258907"/>
                </a:lnTo>
                <a:lnTo>
                  <a:pt x="339926" y="266539"/>
                </a:lnTo>
                <a:lnTo>
                  <a:pt x="333374" y="266699"/>
                </a:lnTo>
                <a:close/>
              </a:path>
            </a:pathLst>
          </a:custGeom>
          <a:solidFill>
            <a:srgbClr val="0078D4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25549" y="3759200"/>
            <a:ext cx="4029710" cy="602615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2270125"/>
                <a:tab algn="l" pos="2932430"/>
                <a:tab algn="l" pos="3594100"/>
                <a:tab algn="l" pos="3983354"/>
              </a:tabLst>
            </a:pPr>
            <a:r>
              <a:rPr dirty="0" sz="1200">
                <a:latin typeface="Segoe UI"/>
                <a:cs typeface="Segoe UI"/>
              </a:rPr>
              <a:t>Find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monitoring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rules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ports</a:t>
            </a:r>
            <a:r>
              <a:rPr dirty="0" sz="1200">
                <a:latin typeface="Segoe UI"/>
                <a:cs typeface="Segoe UI"/>
              </a:rPr>
              <a:t>	</a:t>
            </a: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8080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0" sz="1050">
                <a:solidFill>
                  <a:srgbClr val="FFFFFF"/>
                </a:solidFill>
                <a:latin typeface="Segoe UI"/>
                <a:cs typeface="Segoe UI"/>
              </a:rPr>
              <a:t>7070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b="1" dirty="0" spc="-25" sz="1050">
                <a:solidFill>
                  <a:srgbClr val="FFFFFF"/>
                </a:solidFill>
                <a:latin typeface="Segoe UI"/>
                <a:cs typeface="Segoe UI"/>
              </a:rPr>
              <a:t>443</a:t>
            </a:r>
            <a:r>
              <a:rPr b="1" dirty="0" sz="1050">
                <a:solidFill>
                  <a:srgbClr val="FFFFFF"/>
                </a:solidFill>
                <a:latin typeface="Segoe UI"/>
                <a:cs typeface="Segoe UI"/>
              </a:rPr>
              <a:t>	</a:t>
            </a:r>
            <a:r>
              <a:rPr dirty="0" spc="-50" sz="1200">
                <a:latin typeface="Segoe UI"/>
                <a:cs typeface="Segoe UI"/>
              </a:rPr>
              <a:t>.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485"/>
              </a:spcBef>
            </a:pPr>
            <a:r>
              <a:rPr b="1" dirty="0" sz="1350">
                <a:latin typeface="Segoe UI Semibold"/>
                <a:cs typeface="Segoe UI Semibold"/>
              </a:rPr>
              <a:t>Step</a:t>
            </a:r>
            <a:r>
              <a:rPr b="1" dirty="0" spc="-30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4:</a:t>
            </a:r>
            <a:r>
              <a:rPr b="1" dirty="0" spc="-30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Modify/Disable</a:t>
            </a:r>
            <a:endParaRPr sz="1350">
              <a:latin typeface="Segoe UI Semibold"/>
              <a:cs typeface="Segoe UI Semibold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225549" y="4425949"/>
            <a:ext cx="4639310" cy="108458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egoe UI"/>
                <a:cs typeface="Segoe UI"/>
              </a:rPr>
              <a:t>Either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disable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 alert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or modify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threshold based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on your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needs.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1335"/>
              </a:spcBef>
            </a:pPr>
            <a:r>
              <a:rPr b="1" dirty="0" sz="1350">
                <a:latin typeface="Segoe UI Semibold"/>
                <a:cs typeface="Segoe UI Semibold"/>
              </a:rPr>
              <a:t>Step</a:t>
            </a:r>
            <a:r>
              <a:rPr b="1" dirty="0" spc="-35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5:</a:t>
            </a:r>
            <a:r>
              <a:rPr b="1" dirty="0" spc="-35" sz="1350">
                <a:latin typeface="Segoe UI Semibold"/>
                <a:cs typeface="Segoe UI Semibold"/>
              </a:rPr>
              <a:t> </a:t>
            </a:r>
            <a:r>
              <a:rPr b="1" dirty="0" spc="-20" sz="1350">
                <a:latin typeface="Segoe UI Semibold"/>
                <a:cs typeface="Segoe UI Semibold"/>
              </a:rPr>
              <a:t>Test</a:t>
            </a:r>
            <a:r>
              <a:rPr b="1" dirty="0" spc="-30" sz="1350">
                <a:latin typeface="Segoe UI Semibold"/>
                <a:cs typeface="Segoe UI Semibold"/>
              </a:rPr>
              <a:t> </a:t>
            </a:r>
            <a:r>
              <a:rPr b="1" dirty="0" sz="1350">
                <a:latin typeface="Segoe UI Semibold"/>
                <a:cs typeface="Segoe UI Semibold"/>
              </a:rPr>
              <a:t>&amp;</a:t>
            </a:r>
            <a:r>
              <a:rPr b="1" dirty="0" spc="-35" sz="1350">
                <a:latin typeface="Segoe UI Semibold"/>
                <a:cs typeface="Segoe UI Semibold"/>
              </a:rPr>
              <a:t> </a:t>
            </a:r>
            <a:r>
              <a:rPr b="1" dirty="0" spc="-10" sz="1350">
                <a:latin typeface="Segoe UI Semibold"/>
                <a:cs typeface="Segoe UI Semibold"/>
              </a:rPr>
              <a:t>Document</a:t>
            </a:r>
            <a:endParaRPr sz="1350">
              <a:latin typeface="Segoe UI Semibold"/>
              <a:cs typeface="Segoe UI Semibold"/>
            </a:endParaRPr>
          </a:p>
          <a:p>
            <a:pPr marL="12700" marR="229870">
              <a:lnSpc>
                <a:spcPct val="125000"/>
              </a:lnSpc>
              <a:spcBef>
                <a:spcPts val="345"/>
              </a:spcBef>
            </a:pPr>
            <a:r>
              <a:rPr dirty="0" spc="-10" sz="1200">
                <a:latin typeface="Segoe UI"/>
                <a:cs typeface="Segoe UI"/>
              </a:rPr>
              <a:t>Verify </a:t>
            </a:r>
            <a:r>
              <a:rPr dirty="0" sz="1200">
                <a:latin typeface="Segoe UI"/>
                <a:cs typeface="Segoe UI"/>
              </a:rPr>
              <a:t>changes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took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effect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and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document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modifications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for</a:t>
            </a:r>
            <a:r>
              <a:rPr dirty="0" spc="-10" sz="1200">
                <a:latin typeface="Segoe UI"/>
                <a:cs typeface="Segoe UI"/>
              </a:rPr>
              <a:t> future reference.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6819899" y="1904999"/>
            <a:ext cx="4914900" cy="876300"/>
            <a:chOff x="6819899" y="1904999"/>
            <a:chExt cx="4914900" cy="876300"/>
          </a:xfrm>
        </p:grpSpPr>
        <p:sp>
          <p:nvSpPr>
            <p:cNvPr id="23" name="object 23"/>
            <p:cNvSpPr/>
            <p:nvPr/>
          </p:nvSpPr>
          <p:spPr>
            <a:xfrm>
              <a:off x="6819899" y="1904999"/>
              <a:ext cx="4914900" cy="876300"/>
            </a:xfrm>
            <a:custGeom>
              <a:avLst/>
              <a:gdLst/>
              <a:ahLst/>
              <a:cxnLst/>
              <a:rect b="b" l="l" r="r" t="t"/>
              <a:pathLst>
                <a:path h="876300" w="4914900">
                  <a:moveTo>
                    <a:pt x="49148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8762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4" name="object 24"/>
            <p:cNvSpPr/>
            <p:nvPr/>
          </p:nvSpPr>
          <p:spPr>
            <a:xfrm>
              <a:off x="6819899" y="1904999"/>
              <a:ext cx="38100" cy="876300"/>
            </a:xfrm>
            <a:custGeom>
              <a:avLst/>
              <a:gdLst/>
              <a:ahLst/>
              <a:cxnLst/>
              <a:rect b="b" l="l" r="r" t="t"/>
              <a:pathLst>
                <a:path h="876300" w="38100">
                  <a:moveTo>
                    <a:pt x="380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762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grpSp>
        <p:nvGrpSpPr>
          <p:cNvPr id="25" name="object 25"/>
          <p:cNvGrpSpPr/>
          <p:nvPr/>
        </p:nvGrpSpPr>
        <p:grpSpPr>
          <a:xfrm>
            <a:off x="6819899" y="2876549"/>
            <a:ext cx="4914900" cy="876300"/>
            <a:chOff x="6819899" y="2876549"/>
            <a:chExt cx="4914900" cy="876300"/>
          </a:xfrm>
        </p:grpSpPr>
        <p:sp>
          <p:nvSpPr>
            <p:cNvPr id="26" name="object 26"/>
            <p:cNvSpPr/>
            <p:nvPr/>
          </p:nvSpPr>
          <p:spPr>
            <a:xfrm>
              <a:off x="6819899" y="2876549"/>
              <a:ext cx="4914900" cy="876300"/>
            </a:xfrm>
            <a:custGeom>
              <a:avLst/>
              <a:gdLst/>
              <a:ahLst/>
              <a:cxnLst/>
              <a:rect b="b" l="l" r="r" t="t"/>
              <a:pathLst>
                <a:path h="876300" w="4914900">
                  <a:moveTo>
                    <a:pt x="49148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8762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27" name="object 27"/>
            <p:cNvSpPr/>
            <p:nvPr/>
          </p:nvSpPr>
          <p:spPr>
            <a:xfrm>
              <a:off x="6819899" y="2876549"/>
              <a:ext cx="38100" cy="876300"/>
            </a:xfrm>
            <a:custGeom>
              <a:avLst/>
              <a:gdLst/>
              <a:ahLst/>
              <a:cxnLst/>
              <a:rect b="b" l="l" r="r" t="t"/>
              <a:pathLst>
                <a:path h="876300" w="38100">
                  <a:moveTo>
                    <a:pt x="380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762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grpSp>
        <p:nvGrpSpPr>
          <p:cNvPr id="28" name="object 28"/>
          <p:cNvGrpSpPr/>
          <p:nvPr/>
        </p:nvGrpSpPr>
        <p:grpSpPr>
          <a:xfrm>
            <a:off x="6819899" y="3848099"/>
            <a:ext cx="4914900" cy="876300"/>
            <a:chOff x="6819899" y="3848099"/>
            <a:chExt cx="4914900" cy="876300"/>
          </a:xfrm>
        </p:grpSpPr>
        <p:sp>
          <p:nvSpPr>
            <p:cNvPr id="29" name="object 29"/>
            <p:cNvSpPr/>
            <p:nvPr/>
          </p:nvSpPr>
          <p:spPr>
            <a:xfrm>
              <a:off x="6819899" y="3848099"/>
              <a:ext cx="4914900" cy="876300"/>
            </a:xfrm>
            <a:custGeom>
              <a:avLst/>
              <a:gdLst/>
              <a:ahLst/>
              <a:cxnLst/>
              <a:rect b="b" l="l" r="r" t="t"/>
              <a:pathLst>
                <a:path h="876300" w="4914900">
                  <a:moveTo>
                    <a:pt x="49148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4914899" y="0"/>
                  </a:lnTo>
                  <a:lnTo>
                    <a:pt x="4914899" y="87629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0" name="object 30"/>
            <p:cNvSpPr/>
            <p:nvPr/>
          </p:nvSpPr>
          <p:spPr>
            <a:xfrm>
              <a:off x="6819899" y="3848099"/>
              <a:ext cx="38100" cy="876300"/>
            </a:xfrm>
            <a:custGeom>
              <a:avLst/>
              <a:gdLst/>
              <a:ahLst/>
              <a:cxnLst/>
              <a:rect b="b" l="l" r="r" t="t"/>
              <a:pathLst>
                <a:path h="876300" w="38100">
                  <a:moveTo>
                    <a:pt x="38099" y="876299"/>
                  </a:moveTo>
                  <a:lnTo>
                    <a:pt x="0" y="876299"/>
                  </a:lnTo>
                  <a:lnTo>
                    <a:pt x="0" y="0"/>
                  </a:lnTo>
                  <a:lnTo>
                    <a:pt x="38099" y="0"/>
                  </a:lnTo>
                  <a:lnTo>
                    <a:pt x="38099" y="8762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</p:grpSp>
      <p:grpSp>
        <p:nvGrpSpPr>
          <p:cNvPr id="31" name="object 31"/>
          <p:cNvGrpSpPr/>
          <p:nvPr/>
        </p:nvGrpSpPr>
        <p:grpSpPr>
          <a:xfrm>
            <a:off x="6210299" y="1142999"/>
            <a:ext cx="609600" cy="609600"/>
            <a:chOff x="6210299" y="1142999"/>
            <a:chExt cx="609600" cy="609600"/>
          </a:xfrm>
        </p:grpSpPr>
        <p:sp>
          <p:nvSpPr>
            <p:cNvPr id="32" name="object 32"/>
            <p:cNvSpPr/>
            <p:nvPr/>
          </p:nvSpPr>
          <p:spPr>
            <a:xfrm>
              <a:off x="6219824" y="11525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4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5" y="408271"/>
                  </a:lnTo>
                  <a:lnTo>
                    <a:pt x="8848" y="367020"/>
                  </a:lnTo>
                  <a:lnTo>
                    <a:pt x="1421" y="324217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2" y="237669"/>
                  </a:lnTo>
                  <a:lnTo>
                    <a:pt x="17260" y="195799"/>
                  </a:lnTo>
                  <a:lnTo>
                    <a:pt x="34865" y="156083"/>
                  </a:lnTo>
                  <a:lnTo>
                    <a:pt x="58107" y="119379"/>
                  </a:lnTo>
                  <a:lnTo>
                    <a:pt x="86483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60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79" y="5673"/>
                  </a:lnTo>
                  <a:lnTo>
                    <a:pt x="394749" y="17260"/>
                  </a:lnTo>
                  <a:lnTo>
                    <a:pt x="434465" y="34865"/>
                  </a:lnTo>
                  <a:lnTo>
                    <a:pt x="471169" y="58107"/>
                  </a:lnTo>
                  <a:lnTo>
                    <a:pt x="504065" y="86483"/>
                  </a:lnTo>
                  <a:lnTo>
                    <a:pt x="532441" y="119379"/>
                  </a:lnTo>
                  <a:lnTo>
                    <a:pt x="555683" y="156083"/>
                  </a:lnTo>
                  <a:lnTo>
                    <a:pt x="573288" y="195799"/>
                  </a:lnTo>
                  <a:lnTo>
                    <a:pt x="584875" y="237669"/>
                  </a:lnTo>
                  <a:lnTo>
                    <a:pt x="590195" y="280786"/>
                  </a:lnTo>
                  <a:lnTo>
                    <a:pt x="590549" y="295274"/>
                  </a:lnTo>
                  <a:lnTo>
                    <a:pt x="590195" y="309763"/>
                  </a:lnTo>
                  <a:lnTo>
                    <a:pt x="584875" y="352880"/>
                  </a:lnTo>
                  <a:lnTo>
                    <a:pt x="573288" y="394750"/>
                  </a:lnTo>
                  <a:lnTo>
                    <a:pt x="555682" y="434466"/>
                  </a:lnTo>
                  <a:lnTo>
                    <a:pt x="532441" y="471170"/>
                  </a:lnTo>
                  <a:lnTo>
                    <a:pt x="504065" y="504065"/>
                  </a:lnTo>
                  <a:lnTo>
                    <a:pt x="471169" y="532442"/>
                  </a:lnTo>
                  <a:lnTo>
                    <a:pt x="434466" y="555684"/>
                  </a:lnTo>
                  <a:lnTo>
                    <a:pt x="394749" y="573289"/>
                  </a:lnTo>
                  <a:lnTo>
                    <a:pt x="352879" y="584876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33" name="object 33"/>
            <p:cNvSpPr/>
            <p:nvPr/>
          </p:nvSpPr>
          <p:spPr>
            <a:xfrm>
              <a:off x="6219824" y="11525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4" y="380988"/>
                  </a:lnTo>
                  <a:lnTo>
                    <a:pt x="562199" y="421521"/>
                  </a:lnTo>
                  <a:lnTo>
                    <a:pt x="540785" y="459320"/>
                  </a:lnTo>
                  <a:lnTo>
                    <a:pt x="514058" y="493569"/>
                  </a:lnTo>
                  <a:lnTo>
                    <a:pt x="482594" y="523525"/>
                  </a:lnTo>
                  <a:lnTo>
                    <a:pt x="447076" y="548540"/>
                  </a:lnTo>
                  <a:lnTo>
                    <a:pt x="408270" y="568073"/>
                  </a:lnTo>
                  <a:lnTo>
                    <a:pt x="367020" y="581701"/>
                  </a:lnTo>
                  <a:lnTo>
                    <a:pt x="324216" y="589128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3"/>
                  </a:lnTo>
                  <a:lnTo>
                    <a:pt x="202650" y="575646"/>
                  </a:lnTo>
                  <a:lnTo>
                    <a:pt x="162517" y="559022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0" y="440817"/>
                  </a:lnTo>
                  <a:lnTo>
                    <a:pt x="19784" y="401540"/>
                  </a:lnTo>
                  <a:lnTo>
                    <a:pt x="7174" y="359972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6" y="162517"/>
                  </a:lnTo>
                  <a:lnTo>
                    <a:pt x="53863" y="125251"/>
                  </a:lnTo>
                  <a:lnTo>
                    <a:pt x="81421" y="91672"/>
                  </a:lnTo>
                  <a:lnTo>
                    <a:pt x="113614" y="62494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4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2" y="4346"/>
                  </a:lnTo>
                  <a:lnTo>
                    <a:pt x="387898" y="14903"/>
                  </a:lnTo>
                  <a:lnTo>
                    <a:pt x="428031" y="31527"/>
                  </a:lnTo>
                  <a:lnTo>
                    <a:pt x="465297" y="53863"/>
                  </a:lnTo>
                  <a:lnTo>
                    <a:pt x="498876" y="81421"/>
                  </a:lnTo>
                  <a:lnTo>
                    <a:pt x="528054" y="113614"/>
                  </a:lnTo>
                  <a:lnTo>
                    <a:pt x="552187" y="149732"/>
                  </a:lnTo>
                  <a:lnTo>
                    <a:pt x="570764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34" name="object 34"/>
            <p:cNvPicPr/>
            <p:nvPr/>
          </p:nvPicPr>
          <p:blipFill>
            <a:blip cstate="print" r:embed="rId3"/>
            <a:stretch>
              <a:fillRect/>
            </a:stretch>
          </p:blipFill>
          <p:spPr>
            <a:xfrm>
              <a:off x="6399728" y="1332428"/>
              <a:ext cx="231055" cy="231055"/>
            </a:xfrm>
            <a:prstGeom prst="rect">
              <a:avLst/>
            </a:prstGeom>
          </p:spPr>
        </p:pic>
      </p:grpSp>
      <p:sp>
        <p:nvSpPr>
          <p:cNvPr id="35" name="object 35"/>
          <p:cNvSpPr txBox="1"/>
          <p:nvPr/>
        </p:nvSpPr>
        <p:spPr>
          <a:xfrm>
            <a:off x="1206499" y="1149350"/>
            <a:ext cx="7421880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algn="l" pos="5765165"/>
              </a:tabLst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Disabling</a:t>
            </a:r>
            <a:r>
              <a:rPr dirty="0" spc="-80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Port</a:t>
            </a:r>
            <a:r>
              <a:rPr dirty="0" spc="-7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Alerts</a:t>
            </a: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	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Troubleshooting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857999" y="1960879"/>
            <a:ext cx="4876800" cy="711200"/>
          </a:xfrm>
          <a:prstGeom prst="rect">
            <a:avLst/>
          </a:prstGeom>
        </p:spPr>
        <p:txBody>
          <a:bodyPr bIns="0" lIns="0" numCol="1" rIns="0" rtlCol="0" tIns="58419" vert="horz" wrap="square">
            <a:spAutoFit/>
          </a:bodyPr>
          <a:lstStyle/>
          <a:p>
            <a:pPr marL="142875">
              <a:lnSpc>
                <a:spcPct val="100000"/>
              </a:lnSpc>
              <a:spcBef>
                <a:spcPts val="459"/>
              </a:spcBef>
            </a:pPr>
            <a:r>
              <a:rPr b="1" dirty="0" sz="1200">
                <a:latin typeface="Segoe UI Semibold"/>
                <a:cs typeface="Segoe UI Semibold"/>
              </a:rPr>
              <a:t>Still</a:t>
            </a:r>
            <a:r>
              <a:rPr b="1" dirty="0" spc="-60" sz="1200">
                <a:latin typeface="Segoe UI Semibold"/>
                <a:cs typeface="Segoe UI Semibold"/>
              </a:rPr>
              <a:t> </a:t>
            </a:r>
            <a:r>
              <a:rPr b="1" dirty="0" sz="1200">
                <a:latin typeface="Segoe UI Semibold"/>
                <a:cs typeface="Segoe UI Semibold"/>
              </a:rPr>
              <a:t>receiving</a:t>
            </a:r>
            <a:r>
              <a:rPr b="1" dirty="0" spc="-60" sz="1200">
                <a:latin typeface="Segoe UI Semibold"/>
                <a:cs typeface="Segoe UI Semibold"/>
              </a:rPr>
              <a:t> </a:t>
            </a:r>
            <a:r>
              <a:rPr b="1" dirty="0" spc="-10" sz="1200">
                <a:latin typeface="Segoe UI Semibold"/>
                <a:cs typeface="Segoe UI Semibold"/>
              </a:rPr>
              <a:t>alerts?</a:t>
            </a:r>
            <a:endParaRPr sz="1200">
              <a:latin typeface="Segoe UI Semibold"/>
              <a:cs typeface="Segoe UI Semibold"/>
            </a:endParaRPr>
          </a:p>
          <a:p>
            <a:pPr marL="142875" marR="213995">
              <a:lnSpc>
                <a:spcPct val="125000"/>
              </a:lnSpc>
            </a:pPr>
            <a:r>
              <a:rPr dirty="0" sz="1200">
                <a:latin typeface="Segoe UI"/>
                <a:cs typeface="Segoe UI"/>
              </a:rPr>
              <a:t>Check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if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multiple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monitoring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systems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are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running.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20" sz="1200">
                <a:latin typeface="Segoe UI"/>
                <a:cs typeface="Segoe UI"/>
              </a:rPr>
              <a:t>You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may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need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pc="-25" sz="1200">
                <a:latin typeface="Segoe UI"/>
                <a:cs typeface="Segoe UI"/>
              </a:rPr>
              <a:t>to </a:t>
            </a:r>
            <a:r>
              <a:rPr dirty="0" sz="1200">
                <a:latin typeface="Segoe UI"/>
                <a:cs typeface="Segoe UI"/>
              </a:rPr>
              <a:t>disable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alerts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more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than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one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location.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857999" y="2932429"/>
            <a:ext cx="4876800" cy="711200"/>
          </a:xfrm>
          <a:prstGeom prst="rect">
            <a:avLst/>
          </a:prstGeom>
        </p:spPr>
        <p:txBody>
          <a:bodyPr bIns="0" lIns="0" numCol="1" rIns="0" rtlCol="0" tIns="58419" vert="horz" wrap="square">
            <a:spAutoFit/>
          </a:bodyPr>
          <a:lstStyle/>
          <a:p>
            <a:pPr marL="142875">
              <a:lnSpc>
                <a:spcPct val="100000"/>
              </a:lnSpc>
              <a:spcBef>
                <a:spcPts val="459"/>
              </a:spcBef>
            </a:pPr>
            <a:r>
              <a:rPr b="1" dirty="0" sz="1200">
                <a:latin typeface="Segoe UI Semibold"/>
                <a:cs typeface="Segoe UI Semibold"/>
              </a:rPr>
              <a:t>Missing</a:t>
            </a:r>
            <a:r>
              <a:rPr b="1" dirty="0" spc="-15" sz="1200">
                <a:latin typeface="Segoe UI Semibold"/>
                <a:cs typeface="Segoe UI Semibold"/>
              </a:rPr>
              <a:t> </a:t>
            </a:r>
            <a:r>
              <a:rPr b="1" dirty="0" sz="1200">
                <a:latin typeface="Segoe UI Semibold"/>
                <a:cs typeface="Segoe UI Semibold"/>
              </a:rPr>
              <a:t>important</a:t>
            </a:r>
            <a:r>
              <a:rPr b="1" dirty="0" spc="-10" sz="1200">
                <a:latin typeface="Segoe UI Semibold"/>
                <a:cs typeface="Segoe UI Semibold"/>
              </a:rPr>
              <a:t> alerts?</a:t>
            </a:r>
            <a:endParaRPr sz="1200">
              <a:latin typeface="Segoe UI Semibold"/>
              <a:cs typeface="Segoe UI Semibold"/>
            </a:endParaRPr>
          </a:p>
          <a:p>
            <a:pPr marL="142875" marR="206375">
              <a:lnSpc>
                <a:spcPct val="125000"/>
              </a:lnSpc>
            </a:pPr>
            <a:r>
              <a:rPr dirty="0" sz="1200">
                <a:latin typeface="Segoe UI"/>
                <a:cs typeface="Segoe UI"/>
              </a:rPr>
              <a:t>Ensure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you're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only disabling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alerts for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specific ports,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not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entire </a:t>
            </a:r>
            <a:r>
              <a:rPr dirty="0" spc="-10" sz="1200">
                <a:latin typeface="Segoe UI"/>
                <a:cs typeface="Segoe UI"/>
              </a:rPr>
              <a:t>alert categories.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857999" y="3903979"/>
            <a:ext cx="4876800" cy="711200"/>
          </a:xfrm>
          <a:prstGeom prst="rect">
            <a:avLst/>
          </a:prstGeom>
        </p:spPr>
        <p:txBody>
          <a:bodyPr bIns="0" lIns="0" numCol="1" rIns="0" rtlCol="0" tIns="58419" vert="horz" wrap="square">
            <a:spAutoFit/>
          </a:bodyPr>
          <a:lstStyle/>
          <a:p>
            <a:pPr marL="142875">
              <a:lnSpc>
                <a:spcPct val="100000"/>
              </a:lnSpc>
              <a:spcBef>
                <a:spcPts val="459"/>
              </a:spcBef>
            </a:pPr>
            <a:r>
              <a:rPr b="1" dirty="0" sz="1200">
                <a:latin typeface="Segoe UI Semibold"/>
                <a:cs typeface="Segoe UI Semibold"/>
              </a:rPr>
              <a:t>Changes</a:t>
            </a:r>
            <a:r>
              <a:rPr b="1" dirty="0" spc="-20" sz="1200">
                <a:latin typeface="Segoe UI Semibold"/>
                <a:cs typeface="Segoe UI Semibold"/>
              </a:rPr>
              <a:t> </a:t>
            </a:r>
            <a:r>
              <a:rPr b="1" dirty="0" sz="1200">
                <a:latin typeface="Segoe UI Semibold"/>
                <a:cs typeface="Segoe UI Semibold"/>
              </a:rPr>
              <a:t>not</a:t>
            </a:r>
            <a:r>
              <a:rPr b="1" dirty="0" spc="-15" sz="1200">
                <a:latin typeface="Segoe UI Semibold"/>
                <a:cs typeface="Segoe UI Semibold"/>
              </a:rPr>
              <a:t> </a:t>
            </a:r>
            <a:r>
              <a:rPr b="1" dirty="0" sz="1200">
                <a:latin typeface="Segoe UI Semibold"/>
                <a:cs typeface="Segoe UI Semibold"/>
              </a:rPr>
              <a:t>taking</a:t>
            </a:r>
            <a:r>
              <a:rPr b="1" dirty="0" spc="-15" sz="1200">
                <a:latin typeface="Segoe UI Semibold"/>
                <a:cs typeface="Segoe UI Semibold"/>
              </a:rPr>
              <a:t> </a:t>
            </a:r>
            <a:r>
              <a:rPr b="1" dirty="0" spc="-10" sz="1200">
                <a:latin typeface="Segoe UI Semibold"/>
                <a:cs typeface="Segoe UI Semibold"/>
              </a:rPr>
              <a:t>effect?</a:t>
            </a:r>
            <a:endParaRPr sz="1200">
              <a:latin typeface="Segoe UI Semibold"/>
              <a:cs typeface="Segoe UI Semibold"/>
            </a:endParaRPr>
          </a:p>
          <a:p>
            <a:pPr marL="142875" marR="1089660">
              <a:lnSpc>
                <a:spcPct val="125000"/>
              </a:lnSpc>
            </a:pPr>
            <a:r>
              <a:rPr dirty="0" sz="1200">
                <a:latin typeface="Segoe UI"/>
                <a:cs typeface="Segoe UI"/>
              </a:rPr>
              <a:t>Restart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monitoring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service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or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check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if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</a:t>
            </a:r>
            <a:r>
              <a:rPr dirty="0" spc="-1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have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proper </a:t>
            </a:r>
            <a:r>
              <a:rPr dirty="0" sz="1200">
                <a:latin typeface="Segoe UI"/>
                <a:cs typeface="Segoe UI"/>
              </a:rPr>
              <a:t>administrative</a:t>
            </a:r>
            <a:r>
              <a:rPr dirty="0" spc="-7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permissions.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39" name="object 39"/>
          <p:cNvGrpSpPr/>
          <p:nvPr/>
        </p:nvGrpSpPr>
        <p:grpSpPr>
          <a:xfrm>
            <a:off x="6210299" y="4952999"/>
            <a:ext cx="609600" cy="609600"/>
            <a:chOff x="6210299" y="4952999"/>
            <a:chExt cx="609600" cy="609600"/>
          </a:xfrm>
        </p:grpSpPr>
        <p:sp>
          <p:nvSpPr>
            <p:cNvPr id="40" name="object 40"/>
            <p:cNvSpPr/>
            <p:nvPr/>
          </p:nvSpPr>
          <p:spPr>
            <a:xfrm>
              <a:off x="6219824" y="49625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295274" y="590549"/>
                  </a:moveTo>
                  <a:lnTo>
                    <a:pt x="251949" y="587353"/>
                  </a:lnTo>
                  <a:lnTo>
                    <a:pt x="209561" y="577835"/>
                  </a:lnTo>
                  <a:lnTo>
                    <a:pt x="169028" y="562200"/>
                  </a:lnTo>
                  <a:lnTo>
                    <a:pt x="131228" y="540786"/>
                  </a:lnTo>
                  <a:lnTo>
                    <a:pt x="96980" y="514059"/>
                  </a:lnTo>
                  <a:lnTo>
                    <a:pt x="67024" y="482595"/>
                  </a:lnTo>
                  <a:lnTo>
                    <a:pt x="42008" y="447076"/>
                  </a:lnTo>
                  <a:lnTo>
                    <a:pt x="22475" y="408270"/>
                  </a:lnTo>
                  <a:lnTo>
                    <a:pt x="8848" y="367020"/>
                  </a:lnTo>
                  <a:lnTo>
                    <a:pt x="1421" y="324216"/>
                  </a:lnTo>
                  <a:lnTo>
                    <a:pt x="0" y="295274"/>
                  </a:lnTo>
                  <a:lnTo>
                    <a:pt x="355" y="280786"/>
                  </a:lnTo>
                  <a:lnTo>
                    <a:pt x="5672" y="237669"/>
                  </a:lnTo>
                  <a:lnTo>
                    <a:pt x="17260" y="195799"/>
                  </a:lnTo>
                  <a:lnTo>
                    <a:pt x="34865" y="156082"/>
                  </a:lnTo>
                  <a:lnTo>
                    <a:pt x="58107" y="119379"/>
                  </a:lnTo>
                  <a:lnTo>
                    <a:pt x="86483" y="86483"/>
                  </a:lnTo>
                  <a:lnTo>
                    <a:pt x="119379" y="58107"/>
                  </a:lnTo>
                  <a:lnTo>
                    <a:pt x="156083" y="34865"/>
                  </a:lnTo>
                  <a:lnTo>
                    <a:pt x="195799" y="17259"/>
                  </a:lnTo>
                  <a:lnTo>
                    <a:pt x="237669" y="5673"/>
                  </a:lnTo>
                  <a:lnTo>
                    <a:pt x="280786" y="355"/>
                  </a:lnTo>
                  <a:lnTo>
                    <a:pt x="295274" y="0"/>
                  </a:lnTo>
                  <a:lnTo>
                    <a:pt x="309763" y="355"/>
                  </a:lnTo>
                  <a:lnTo>
                    <a:pt x="352879" y="5673"/>
                  </a:lnTo>
                  <a:lnTo>
                    <a:pt x="394749" y="17259"/>
                  </a:lnTo>
                  <a:lnTo>
                    <a:pt x="434465" y="34865"/>
                  </a:lnTo>
                  <a:lnTo>
                    <a:pt x="471169" y="58107"/>
                  </a:lnTo>
                  <a:lnTo>
                    <a:pt x="504065" y="86483"/>
                  </a:lnTo>
                  <a:lnTo>
                    <a:pt x="532441" y="119379"/>
                  </a:lnTo>
                  <a:lnTo>
                    <a:pt x="555683" y="156082"/>
                  </a:lnTo>
                  <a:lnTo>
                    <a:pt x="573288" y="195799"/>
                  </a:lnTo>
                  <a:lnTo>
                    <a:pt x="584875" y="237669"/>
                  </a:lnTo>
                  <a:lnTo>
                    <a:pt x="590195" y="280786"/>
                  </a:lnTo>
                  <a:lnTo>
                    <a:pt x="590549" y="295274"/>
                  </a:lnTo>
                  <a:lnTo>
                    <a:pt x="590195" y="309763"/>
                  </a:lnTo>
                  <a:lnTo>
                    <a:pt x="584875" y="352879"/>
                  </a:lnTo>
                  <a:lnTo>
                    <a:pt x="573288" y="394750"/>
                  </a:lnTo>
                  <a:lnTo>
                    <a:pt x="555682" y="434466"/>
                  </a:lnTo>
                  <a:lnTo>
                    <a:pt x="532441" y="471169"/>
                  </a:lnTo>
                  <a:lnTo>
                    <a:pt x="504065" y="504065"/>
                  </a:lnTo>
                  <a:lnTo>
                    <a:pt x="471169" y="532442"/>
                  </a:lnTo>
                  <a:lnTo>
                    <a:pt x="434466" y="555684"/>
                  </a:lnTo>
                  <a:lnTo>
                    <a:pt x="394749" y="573289"/>
                  </a:lnTo>
                  <a:lnTo>
                    <a:pt x="352879" y="584875"/>
                  </a:lnTo>
                  <a:lnTo>
                    <a:pt x="309763" y="590194"/>
                  </a:lnTo>
                  <a:lnTo>
                    <a:pt x="295274" y="590549"/>
                  </a:lnTo>
                  <a:close/>
                </a:path>
              </a:pathLst>
            </a:custGeom>
            <a:solidFill>
              <a:srgbClr val="F0F7FF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41" name="object 41"/>
            <p:cNvSpPr/>
            <p:nvPr/>
          </p:nvSpPr>
          <p:spPr>
            <a:xfrm>
              <a:off x="6219824" y="4962524"/>
              <a:ext cx="590550" cy="590550"/>
            </a:xfrm>
            <a:custGeom>
              <a:avLst/>
              <a:gdLst/>
              <a:ahLst/>
              <a:cxnLst/>
              <a:rect b="b" l="l" r="r" t="t"/>
              <a:pathLst>
                <a:path h="590550" w="590550">
                  <a:moveTo>
                    <a:pt x="590549" y="295274"/>
                  </a:moveTo>
                  <a:lnTo>
                    <a:pt x="587354" y="338600"/>
                  </a:lnTo>
                  <a:lnTo>
                    <a:pt x="577834" y="380988"/>
                  </a:lnTo>
                  <a:lnTo>
                    <a:pt x="562199" y="421521"/>
                  </a:lnTo>
                  <a:lnTo>
                    <a:pt x="540785" y="459320"/>
                  </a:lnTo>
                  <a:lnTo>
                    <a:pt x="514058" y="493569"/>
                  </a:lnTo>
                  <a:lnTo>
                    <a:pt x="482594" y="523525"/>
                  </a:lnTo>
                  <a:lnTo>
                    <a:pt x="447076" y="548540"/>
                  </a:lnTo>
                  <a:lnTo>
                    <a:pt x="408270" y="568072"/>
                  </a:lnTo>
                  <a:lnTo>
                    <a:pt x="367020" y="581700"/>
                  </a:lnTo>
                  <a:lnTo>
                    <a:pt x="324216" y="589127"/>
                  </a:lnTo>
                  <a:lnTo>
                    <a:pt x="295274" y="590549"/>
                  </a:lnTo>
                  <a:lnTo>
                    <a:pt x="288026" y="590461"/>
                  </a:lnTo>
                  <a:lnTo>
                    <a:pt x="244796" y="586202"/>
                  </a:lnTo>
                  <a:lnTo>
                    <a:pt x="202650" y="575645"/>
                  </a:lnTo>
                  <a:lnTo>
                    <a:pt x="162517" y="559023"/>
                  </a:lnTo>
                  <a:lnTo>
                    <a:pt x="125251" y="536685"/>
                  </a:lnTo>
                  <a:lnTo>
                    <a:pt x="91672" y="509128"/>
                  </a:lnTo>
                  <a:lnTo>
                    <a:pt x="62494" y="476935"/>
                  </a:lnTo>
                  <a:lnTo>
                    <a:pt x="38360" y="440817"/>
                  </a:lnTo>
                  <a:lnTo>
                    <a:pt x="19784" y="401540"/>
                  </a:lnTo>
                  <a:lnTo>
                    <a:pt x="7174" y="359971"/>
                  </a:lnTo>
                  <a:lnTo>
                    <a:pt x="799" y="316994"/>
                  </a:lnTo>
                  <a:lnTo>
                    <a:pt x="0" y="295274"/>
                  </a:lnTo>
                  <a:lnTo>
                    <a:pt x="88" y="288026"/>
                  </a:lnTo>
                  <a:lnTo>
                    <a:pt x="4346" y="244796"/>
                  </a:lnTo>
                  <a:lnTo>
                    <a:pt x="14903" y="202650"/>
                  </a:lnTo>
                  <a:lnTo>
                    <a:pt x="31526" y="162517"/>
                  </a:lnTo>
                  <a:lnTo>
                    <a:pt x="53863" y="125250"/>
                  </a:lnTo>
                  <a:lnTo>
                    <a:pt x="81421" y="91672"/>
                  </a:lnTo>
                  <a:lnTo>
                    <a:pt x="113614" y="62493"/>
                  </a:lnTo>
                  <a:lnTo>
                    <a:pt x="149732" y="38360"/>
                  </a:lnTo>
                  <a:lnTo>
                    <a:pt x="189008" y="19784"/>
                  </a:lnTo>
                  <a:lnTo>
                    <a:pt x="230577" y="7175"/>
                  </a:lnTo>
                  <a:lnTo>
                    <a:pt x="273555" y="799"/>
                  </a:lnTo>
                  <a:lnTo>
                    <a:pt x="295274" y="0"/>
                  </a:lnTo>
                  <a:lnTo>
                    <a:pt x="302523" y="88"/>
                  </a:lnTo>
                  <a:lnTo>
                    <a:pt x="345752" y="4346"/>
                  </a:lnTo>
                  <a:lnTo>
                    <a:pt x="387898" y="14903"/>
                  </a:lnTo>
                  <a:lnTo>
                    <a:pt x="428031" y="31526"/>
                  </a:lnTo>
                  <a:lnTo>
                    <a:pt x="465297" y="53863"/>
                  </a:lnTo>
                  <a:lnTo>
                    <a:pt x="498876" y="81421"/>
                  </a:lnTo>
                  <a:lnTo>
                    <a:pt x="528054" y="113614"/>
                  </a:lnTo>
                  <a:lnTo>
                    <a:pt x="552187" y="149732"/>
                  </a:lnTo>
                  <a:lnTo>
                    <a:pt x="570764" y="189008"/>
                  </a:lnTo>
                  <a:lnTo>
                    <a:pt x="583374" y="230577"/>
                  </a:lnTo>
                  <a:lnTo>
                    <a:pt x="589750" y="273555"/>
                  </a:lnTo>
                  <a:lnTo>
                    <a:pt x="590549" y="295274"/>
                  </a:lnTo>
                  <a:close/>
                </a:path>
              </a:pathLst>
            </a:custGeom>
            <a:ln w="19049">
              <a:solidFill>
                <a:srgbClr val="0078D4"/>
              </a:solidFill>
            </a:ln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42" name="object 42"/>
            <p:cNvPicPr/>
            <p:nvPr/>
          </p:nvPicPr>
          <p:blipFill>
            <a:blip cstate="print" r:embed="rId4"/>
            <a:stretch>
              <a:fillRect/>
            </a:stretch>
          </p:blipFill>
          <p:spPr>
            <a:xfrm>
              <a:off x="6401097" y="5143499"/>
              <a:ext cx="237708" cy="229492"/>
            </a:xfrm>
            <a:prstGeom prst="rect">
              <a:avLst/>
            </a:prstGeom>
          </p:spPr>
        </p:pic>
      </p:grpSp>
      <p:sp>
        <p:nvSpPr>
          <p:cNvPr id="43" name="object 43"/>
          <p:cNvSpPr txBox="1"/>
          <p:nvPr/>
        </p:nvSpPr>
        <p:spPr>
          <a:xfrm>
            <a:off x="6959600" y="4959349"/>
            <a:ext cx="1397635" cy="29972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>
                <a:solidFill>
                  <a:srgbClr val="0078D4"/>
                </a:solidFill>
                <a:latin typeface="Segoe UI"/>
                <a:cs typeface="Segoe UI"/>
              </a:rPr>
              <a:t>Best</a:t>
            </a:r>
            <a:r>
              <a:rPr dirty="0" spc="-35" sz="1800">
                <a:solidFill>
                  <a:srgbClr val="0078D4"/>
                </a:solidFill>
                <a:latin typeface="Segoe UI"/>
                <a:cs typeface="Segoe UI"/>
              </a:rPr>
              <a:t> </a:t>
            </a:r>
            <a:r>
              <a:rPr dirty="0" spc="-10" sz="1800">
                <a:solidFill>
                  <a:srgbClr val="0078D4"/>
                </a:solidFill>
                <a:latin typeface="Segoe UI"/>
                <a:cs typeface="Segoe UI"/>
              </a:rPr>
              <a:t>Practices</a:t>
            </a:r>
            <a:endParaRPr sz="1800">
              <a:latin typeface="Segoe UI"/>
              <a:cs typeface="Segoe UI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6838949" y="581024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6997700" y="5721350"/>
            <a:ext cx="4476115" cy="165608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00">
                <a:latin typeface="Segoe UI"/>
                <a:cs typeface="Segoe UI"/>
              </a:rPr>
              <a:t>Document</a:t>
            </a:r>
            <a:r>
              <a:rPr dirty="0" spc="-2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all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disabled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alerts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in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your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system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documentation</a:t>
            </a:r>
            <a:endParaRPr sz="1200">
              <a:latin typeface="Segoe UI"/>
              <a:cs typeface="Segoe UI"/>
            </a:endParaRPr>
          </a:p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dirty="0" sz="1200">
                <a:latin typeface="Segoe UI"/>
                <a:cs typeface="Segoe UI"/>
              </a:rPr>
              <a:t>Consider using alert thresholds rather than completely </a:t>
            </a:r>
            <a:r>
              <a:rPr dirty="0" spc="-10" sz="1200">
                <a:latin typeface="Segoe UI"/>
                <a:cs typeface="Segoe UI"/>
              </a:rPr>
              <a:t>disabling</a:t>
            </a:r>
            <a:endParaRPr sz="1200">
              <a:latin typeface="Segoe UI"/>
              <a:cs typeface="Segoe UI"/>
            </a:endParaRPr>
          </a:p>
          <a:p>
            <a:pPr marL="12700" marR="200025">
              <a:lnSpc>
                <a:spcPct val="125000"/>
              </a:lnSpc>
              <a:spcBef>
                <a:spcPts val="600"/>
              </a:spcBef>
            </a:pPr>
            <a:r>
              <a:rPr dirty="0" sz="1200">
                <a:latin typeface="Segoe UI"/>
                <a:cs typeface="Segoe UI"/>
              </a:rPr>
              <a:t>Periodically</a:t>
            </a:r>
            <a:r>
              <a:rPr dirty="0" spc="-2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review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disabled</a:t>
            </a:r>
            <a:r>
              <a:rPr dirty="0" spc="-2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alerts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ensure</a:t>
            </a:r>
            <a:r>
              <a:rPr dirty="0" spc="-20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they</a:t>
            </a:r>
            <a:r>
              <a:rPr dirty="0" spc="-1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should</a:t>
            </a:r>
            <a:r>
              <a:rPr dirty="0" spc="-20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remain disabled</a:t>
            </a:r>
            <a:endParaRPr sz="1200">
              <a:latin typeface="Segoe UI"/>
              <a:cs typeface="Segoe UI"/>
            </a:endParaRPr>
          </a:p>
          <a:p>
            <a:pPr marL="12700" marR="5080">
              <a:lnSpc>
                <a:spcPct val="166700"/>
              </a:lnSpc>
            </a:pPr>
            <a:r>
              <a:rPr dirty="0" sz="1200">
                <a:latin typeface="Segoe UI"/>
                <a:cs typeface="Segoe UI"/>
              </a:rPr>
              <a:t>Use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alert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filtering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to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consolidate notifications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rather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z="1200">
                <a:latin typeface="Segoe UI"/>
                <a:cs typeface="Segoe UI"/>
              </a:rPr>
              <a:t>than</a:t>
            </a:r>
            <a:r>
              <a:rPr dirty="0" spc="-5" sz="1200">
                <a:latin typeface="Segoe UI"/>
                <a:cs typeface="Segoe UI"/>
              </a:rPr>
              <a:t> </a:t>
            </a:r>
            <a:r>
              <a:rPr dirty="0" spc="-10" sz="1200">
                <a:latin typeface="Segoe UI"/>
                <a:cs typeface="Segoe UI"/>
              </a:rPr>
              <a:t>disabling </a:t>
            </a:r>
            <a:r>
              <a:rPr dirty="0" sz="1200">
                <a:latin typeface="Segoe UI"/>
                <a:cs typeface="Segoe UI"/>
              </a:rPr>
              <a:t>Configure alert maintenance windows for planned </a:t>
            </a:r>
            <a:r>
              <a:rPr dirty="0" spc="-10" sz="1200">
                <a:latin typeface="Segoe UI"/>
                <a:cs typeface="Segoe UI"/>
              </a:rPr>
              <a:t>downtimes</a:t>
            </a:r>
            <a:endParaRPr sz="1200">
              <a:latin typeface="Segoe UI"/>
              <a:cs typeface="Segoe UI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838949" y="611504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39" y="56423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7" name="object 47"/>
          <p:cNvSpPr/>
          <p:nvPr/>
        </p:nvSpPr>
        <p:spPr>
          <a:xfrm>
            <a:off x="6838949" y="641984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8" name="object 48"/>
          <p:cNvSpPr/>
          <p:nvPr/>
        </p:nvSpPr>
        <p:spPr>
          <a:xfrm>
            <a:off x="6838949" y="695324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39" y="56424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49" name="object 49"/>
          <p:cNvSpPr/>
          <p:nvPr/>
        </p:nvSpPr>
        <p:spPr>
          <a:xfrm>
            <a:off x="6838949" y="7258049"/>
            <a:ext cx="57150" cy="57150"/>
          </a:xfrm>
          <a:custGeom>
            <a:avLst/>
            <a:gdLst/>
            <a:ahLst/>
            <a:cxnLst/>
            <a:rect b="b" l="l" r="r" t="t"/>
            <a:pathLst>
              <a:path h="57150" w="57150">
                <a:moveTo>
                  <a:pt x="32364" y="57149"/>
                </a:moveTo>
                <a:lnTo>
                  <a:pt x="24785" y="57149"/>
                </a:lnTo>
                <a:lnTo>
                  <a:pt x="21139" y="56423"/>
                </a:lnTo>
                <a:lnTo>
                  <a:pt x="0" y="32363"/>
                </a:lnTo>
                <a:lnTo>
                  <a:pt x="0" y="24785"/>
                </a:lnTo>
                <a:lnTo>
                  <a:pt x="24785" y="0"/>
                </a:lnTo>
                <a:lnTo>
                  <a:pt x="32364" y="0"/>
                </a:lnTo>
                <a:lnTo>
                  <a:pt x="57150" y="28574"/>
                </a:lnTo>
                <a:lnTo>
                  <a:pt x="57149" y="32363"/>
                </a:lnTo>
                <a:lnTo>
                  <a:pt x="32364" y="57149"/>
                </a:lnTo>
                <a:close/>
              </a:path>
            </a:pathLst>
          </a:custGeom>
          <a:solidFill>
            <a:srgbClr val="000000"/>
          </a:solidFill>
        </p:spPr>
        <p:txBody>
          <a:bodyPr bIns="0" lIns="0" numCol="1" rIns="0" rtlCol="0" tIns="0" wrap="square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984722" y="7797800"/>
            <a:ext cx="8222615" cy="55118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Remember: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The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goal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is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to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reduce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alert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noise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while maintaining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visibility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into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genuinely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z="1350">
                <a:solidFill>
                  <a:srgbClr val="374050"/>
                </a:solidFill>
                <a:latin typeface="Segoe UI Semibold"/>
                <a:cs typeface="Segoe UI Semibold"/>
              </a:rPr>
              <a:t>problematic</a:t>
            </a:r>
            <a:r>
              <a:rPr b="1" dirty="0" spc="-5" sz="1350">
                <a:solidFill>
                  <a:srgbClr val="374050"/>
                </a:solidFill>
                <a:latin typeface="Segoe UI Semibold"/>
                <a:cs typeface="Segoe UI Semibold"/>
              </a:rPr>
              <a:t> </a:t>
            </a:r>
            <a:r>
              <a:rPr b="1" dirty="0" spc="-10" sz="1350">
                <a:solidFill>
                  <a:srgbClr val="374050"/>
                </a:solidFill>
                <a:latin typeface="Segoe UI Semibold"/>
                <a:cs typeface="Segoe UI Semibold"/>
              </a:rPr>
              <a:t>issues</a:t>
            </a:r>
            <a:endParaRPr sz="1350">
              <a:latin typeface="Segoe UI Semibold"/>
              <a:cs typeface="Segoe UI Semibold"/>
            </a:endParaRPr>
          </a:p>
          <a:p>
            <a:pPr algn="ctr">
              <a:lnSpc>
                <a:spcPct val="100000"/>
              </a:lnSpc>
              <a:spcBef>
                <a:spcPts val="1080"/>
              </a:spcBef>
            </a:pP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Windows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Server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Port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Alert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</a:t>
            </a:r>
            <a:r>
              <a:rPr dirty="0" sz="1200">
                <a:solidFill>
                  <a:srgbClr val="6A7280"/>
                </a:solidFill>
                <a:latin typeface="Segoe UI"/>
                <a:cs typeface="Segoe UI"/>
              </a:rPr>
              <a:t>Management</a:t>
            </a:r>
            <a:r>
              <a:rPr dirty="0" spc="-25" sz="1200">
                <a:solidFill>
                  <a:srgbClr val="6A7280"/>
                </a:solidFill>
                <a:latin typeface="Segoe UI"/>
                <a:cs typeface="Segoe UI"/>
              </a:rPr>
              <a:t> SOP</a:t>
            </a:r>
            <a:endParaRPr sz="1200">
              <a:latin typeface="Segoe UI"/>
              <a:cs typeface="Segoe UI"/>
            </a:endParaRPr>
          </a:p>
        </p:txBody>
      </p:sp>
      <p:grpSp>
        <p:nvGrpSpPr>
          <p:cNvPr id="51" name="object 51"/>
          <p:cNvGrpSpPr/>
          <p:nvPr/>
        </p:nvGrpSpPr>
        <p:grpSpPr>
          <a:xfrm>
            <a:off x="0" y="8153400"/>
            <a:ext cx="12192000" cy="514350"/>
            <a:chOff x="0" y="8153400"/>
            <a:chExt cx="12192000" cy="514350"/>
          </a:xfrm>
        </p:grpSpPr>
        <p:sp>
          <p:nvSpPr>
            <p:cNvPr id="52" name="object 52"/>
            <p:cNvSpPr/>
            <p:nvPr/>
          </p:nvSpPr>
          <p:spPr>
            <a:xfrm>
              <a:off x="0" y="8439149"/>
              <a:ext cx="12192000" cy="228600"/>
            </a:xfrm>
            <a:custGeom>
              <a:avLst/>
              <a:gdLst/>
              <a:ahLst/>
              <a:cxnLst/>
              <a:rect b="b" l="l" r="r" t="t"/>
              <a:pathLst>
                <a:path h="228600" w="12192000">
                  <a:moveTo>
                    <a:pt x="12191999" y="228599"/>
                  </a:moveTo>
                  <a:lnTo>
                    <a:pt x="0" y="228599"/>
                  </a:lnTo>
                  <a:lnTo>
                    <a:pt x="0" y="0"/>
                  </a:lnTo>
                  <a:lnTo>
                    <a:pt x="12191999" y="0"/>
                  </a:lnTo>
                  <a:lnTo>
                    <a:pt x="12191999" y="228599"/>
                  </a:lnTo>
                  <a:close/>
                </a:path>
              </a:pathLst>
            </a:custGeom>
            <a:solidFill>
              <a:srgbClr val="0078D4"/>
            </a:solidFill>
          </p:spPr>
          <p:txBody>
            <a:bodyPr bIns="0" lIns="0" numCol="1" rIns="0" rtlCol="0" tIns="0" wrap="square"/>
            <a:lstStyle/>
            <a:p/>
          </p:txBody>
        </p:sp>
        <p:sp>
          <p:nvSpPr>
            <p:cNvPr id="53" name="object 53"/>
            <p:cNvSpPr/>
            <p:nvPr/>
          </p:nvSpPr>
          <p:spPr>
            <a:xfrm>
              <a:off x="10544174" y="8153400"/>
              <a:ext cx="1457325" cy="323850"/>
            </a:xfrm>
            <a:custGeom>
              <a:avLst/>
              <a:gdLst/>
              <a:ahLst/>
              <a:cxnLst/>
              <a:rect b="b" l="l" r="r" t="t"/>
              <a:pathLst>
                <a:path h="323850" w="1457325">
                  <a:moveTo>
                    <a:pt x="1424277" y="323849"/>
                  </a:moveTo>
                  <a:lnTo>
                    <a:pt x="33047" y="323849"/>
                  </a:lnTo>
                  <a:lnTo>
                    <a:pt x="28187" y="322883"/>
                  </a:lnTo>
                  <a:lnTo>
                    <a:pt x="966" y="295662"/>
                  </a:lnTo>
                  <a:lnTo>
                    <a:pt x="0" y="290802"/>
                  </a:lnTo>
                  <a:lnTo>
                    <a:pt x="0" y="285749"/>
                  </a:lnTo>
                  <a:lnTo>
                    <a:pt x="0" y="33047"/>
                  </a:lnTo>
                  <a:lnTo>
                    <a:pt x="28187" y="966"/>
                  </a:lnTo>
                  <a:lnTo>
                    <a:pt x="33047" y="0"/>
                  </a:lnTo>
                  <a:lnTo>
                    <a:pt x="1424277" y="0"/>
                  </a:lnTo>
                  <a:lnTo>
                    <a:pt x="1456357" y="28187"/>
                  </a:lnTo>
                  <a:lnTo>
                    <a:pt x="1457324" y="33047"/>
                  </a:lnTo>
                  <a:lnTo>
                    <a:pt x="1457324" y="290802"/>
                  </a:lnTo>
                  <a:lnTo>
                    <a:pt x="1429137" y="322883"/>
                  </a:lnTo>
                  <a:lnTo>
                    <a:pt x="1424277" y="323849"/>
                  </a:lnTo>
                  <a:close/>
                </a:path>
              </a:pathLst>
            </a:custGeom>
            <a:solidFill>
              <a:srgbClr val="333333"/>
            </a:solidFill>
          </p:spPr>
          <p:txBody>
            <a:bodyPr bIns="0" lIns="0" numCol="1" rIns="0" rtlCol="0" tIns="0" wrap="square"/>
            <a:lstStyle/>
            <a:p/>
          </p:txBody>
        </p:sp>
        <p:pic>
          <p:nvPicPr>
            <p:cNvPr id="54" name="object 54"/>
            <p:cNvPicPr/>
            <p:nvPr/>
          </p:nvPicPr>
          <p:blipFill>
            <a:blip cstate="print" r:embed="rId5"/>
            <a:stretch>
              <a:fillRect/>
            </a:stretch>
          </p:blipFill>
          <p:spPr>
            <a:xfrm>
              <a:off x="10658474" y="8248649"/>
              <a:ext cx="133349" cy="133349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10837018" y="8235950"/>
            <a:ext cx="1062990" cy="162560"/>
          </a:xfrm>
          <a:prstGeom prst="rect">
            <a:avLst/>
          </a:prstGeom>
        </p:spPr>
        <p:txBody>
          <a:bodyPr bIns="0" lIns="0" numCol="1" rIns="0" rtlCol="0" tIns="12700" vert="horz"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Made</a:t>
            </a:r>
            <a:r>
              <a:rPr dirty="0" spc="-15" sz="900">
                <a:solidFill>
                  <a:srgbClr val="FFFFFF"/>
                </a:solidFill>
                <a:latin typeface="Segoe UI"/>
                <a:cs typeface="Segoe UI"/>
              </a:rPr>
              <a:t> </a:t>
            </a:r>
            <a:r>
              <a:rPr dirty="0" sz="900">
                <a:solidFill>
                  <a:srgbClr val="FFFFFF"/>
                </a:solidFill>
                <a:latin typeface="Segoe UI"/>
                <a:cs typeface="Segoe UI"/>
              </a:rPr>
              <a:t>with</a:t>
            </a:r>
            <a:r>
              <a:rPr dirty="0" spc="-10" sz="900">
                <a:solidFill>
                  <a:srgbClr val="FFFFFF"/>
                </a:solidFill>
                <a:latin typeface="Segoe UI"/>
                <a:cs typeface="Segoe UI"/>
              </a:rPr>
              <a:t> Genspark</a:t>
            </a:r>
            <a:endParaRPr sz="900"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ScaleCrop>false</ScaleCrop>
  <LinksUpToDate>false</LinksUpToDate>
  <SharedDoc>false</SharedDoc>
  <HyperlinksChanged>false</HyperlinksChanged>
  <Application>Microsoft Office PowerPoint</Application>
  <AppVersion>12.0000</AppVers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2025-07-18T15:14:57Z</dcterms:created>
  <dcterms:modified xsi:type="dcterms:W3CDTF">2025-07-18T15:14:57Z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name="Created" pid="2">
    <vt:filetime>2025-07-18T00:00:00Z</vt:filetime>
  </property>
  <property fmtid="{D5CDD505-2E9C-101B-9397-08002B2CF9AE}" name="Producer" pid="3">
    <vt:lpwstr>pypdf</vt:lpwstr>
  </property>
  <property fmtid="{D5CDD505-2E9C-101B-9397-08002B2CF9AE}" name="LastSaved" pid="4">
    <vt:filetime>2025-07-18T00:00:00Z</vt:filetime>
  </property>
</Properties>
</file>